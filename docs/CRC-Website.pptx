
<file path=[Content_Types].xml><?xml version="1.0" encoding="utf-8"?>
<Types xmlns="http://schemas.openxmlformats.org/package/2006/content-types">
  <Default Extension="fna&amp;_nc_gid=2A-bljR4FI7lUYvPBFwBjQ&amp;_nc_ss=7b2a8&amp;oh=00_AQG4IX2pudFsPAXib1I3ca3BD7IBk1isONi-77n124RN1w&amp;oe=6A8FC8F9"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D1B"/>
    <a:srgbClr val="CBD7C9"/>
    <a:srgbClr val="25ABCB"/>
    <a:srgbClr val="E6ED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487EB-E61F-4FFB-801A-F9D6AB63AEC8}" v="55" dt="2026-08-23T13:17:34.3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58" autoAdjust="0"/>
    <p:restoredTop sz="94598" autoAdjust="0"/>
  </p:normalViewPr>
  <p:slideViewPr>
    <p:cSldViewPr snapToGrid="0" showGuides="1">
      <p:cViewPr>
        <p:scale>
          <a:sx n="100" d="100"/>
          <a:sy n="100" d="100"/>
        </p:scale>
        <p:origin x="293"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Farhad Hossain" userId="06baef4f3fa23be3" providerId="LiveId" clId="{EE2B8C4F-4BD4-4FDC-B513-BFDA8299819E}"/>
    <pc:docChg chg="undo custSel addSld delSld modSld">
      <pc:chgData name="Md Farhad Hossain" userId="06baef4f3fa23be3" providerId="LiveId" clId="{EE2B8C4F-4BD4-4FDC-B513-BFDA8299819E}" dt="2026-08-23T13:29:11.255" v="1610" actId="14100"/>
      <pc:docMkLst>
        <pc:docMk/>
      </pc:docMkLst>
      <pc:sldChg chg="addSp delSp modSp mod modTransition">
        <pc:chgData name="Md Farhad Hossain" userId="06baef4f3fa23be3" providerId="LiveId" clId="{EE2B8C4F-4BD4-4FDC-B513-BFDA8299819E}" dt="2026-08-23T13:29:11.255" v="1610" actId="14100"/>
        <pc:sldMkLst>
          <pc:docMk/>
          <pc:sldMk cId="2118951198" sldId="256"/>
        </pc:sldMkLst>
        <pc:spChg chg="add del mod">
          <ac:chgData name="Md Farhad Hossain" userId="06baef4f3fa23be3" providerId="LiveId" clId="{EE2B8C4F-4BD4-4FDC-B513-BFDA8299819E}" dt="2026-08-23T08:11:45.531" v="977" actId="478"/>
          <ac:spMkLst>
            <pc:docMk/>
            <pc:sldMk cId="2118951198" sldId="256"/>
            <ac:spMk id="2" creationId="{5CE0FDCA-A911-DA52-6275-45CD00625D92}"/>
          </ac:spMkLst>
        </pc:spChg>
        <pc:spChg chg="add del mod">
          <ac:chgData name="Md Farhad Hossain" userId="06baef4f3fa23be3" providerId="LiveId" clId="{EE2B8C4F-4BD4-4FDC-B513-BFDA8299819E}" dt="2026-08-23T12:46:47.414" v="1146" actId="767"/>
          <ac:spMkLst>
            <pc:docMk/>
            <pc:sldMk cId="2118951198" sldId="256"/>
            <ac:spMk id="2" creationId="{E744CBBA-B455-D9C7-A800-6883C1E4A0A5}"/>
          </ac:spMkLst>
        </pc:spChg>
        <pc:spChg chg="add mod">
          <ac:chgData name="Md Farhad Hossain" userId="06baef4f3fa23be3" providerId="LiveId" clId="{EE2B8C4F-4BD4-4FDC-B513-BFDA8299819E}" dt="2026-08-23T13:07:41.602" v="1441" actId="164"/>
          <ac:spMkLst>
            <pc:docMk/>
            <pc:sldMk cId="2118951198" sldId="256"/>
            <ac:spMk id="3" creationId="{95148CC6-93AA-78BB-A424-0BCC2C400B38}"/>
          </ac:spMkLst>
        </pc:spChg>
        <pc:spChg chg="mod">
          <ac:chgData name="Md Farhad Hossain" userId="06baef4f3fa23be3" providerId="LiveId" clId="{EE2B8C4F-4BD4-4FDC-B513-BFDA8299819E}" dt="2026-08-23T13:07:41.602" v="1441" actId="164"/>
          <ac:spMkLst>
            <pc:docMk/>
            <pc:sldMk cId="2118951198" sldId="256"/>
            <ac:spMk id="4" creationId="{9F9723BA-A657-16C7-CCC9-979269293FD2}"/>
          </ac:spMkLst>
        </pc:spChg>
        <pc:spChg chg="mod">
          <ac:chgData name="Md Farhad Hossain" userId="06baef4f3fa23be3" providerId="LiveId" clId="{EE2B8C4F-4BD4-4FDC-B513-BFDA8299819E}" dt="2026-08-23T08:14:44.197" v="1003" actId="1076"/>
          <ac:spMkLst>
            <pc:docMk/>
            <pc:sldMk cId="2118951198" sldId="256"/>
            <ac:spMk id="7" creationId="{1986AC53-83D8-75B9-EA21-1334E32DDA1D}"/>
          </ac:spMkLst>
        </pc:spChg>
        <pc:spChg chg="mod">
          <ac:chgData name="Md Farhad Hossain" userId="06baef4f3fa23be3" providerId="LiveId" clId="{EE2B8C4F-4BD4-4FDC-B513-BFDA8299819E}" dt="2026-08-23T08:14:24.604" v="998" actId="403"/>
          <ac:spMkLst>
            <pc:docMk/>
            <pc:sldMk cId="2118951198" sldId="256"/>
            <ac:spMk id="8" creationId="{6CF0E3F0-1D12-5674-A448-D56867F7EE8D}"/>
          </ac:spMkLst>
        </pc:spChg>
        <pc:spChg chg="mod">
          <ac:chgData name="Md Farhad Hossain" userId="06baef4f3fa23be3" providerId="LiveId" clId="{EE2B8C4F-4BD4-4FDC-B513-BFDA8299819E}" dt="2026-08-23T13:07:41.602" v="1441" actId="164"/>
          <ac:spMkLst>
            <pc:docMk/>
            <pc:sldMk cId="2118951198" sldId="256"/>
            <ac:spMk id="16" creationId="{275E8C2C-36EE-99C4-4BDA-D5B9E5945B79}"/>
          </ac:spMkLst>
        </pc:spChg>
        <pc:spChg chg="mod">
          <ac:chgData name="Md Farhad Hossain" userId="06baef4f3fa23be3" providerId="LiveId" clId="{EE2B8C4F-4BD4-4FDC-B513-BFDA8299819E}" dt="2026-08-23T13:07:41.602" v="1441" actId="164"/>
          <ac:spMkLst>
            <pc:docMk/>
            <pc:sldMk cId="2118951198" sldId="256"/>
            <ac:spMk id="17" creationId="{168EDEB4-50F7-7C1A-ED75-66832C0277A7}"/>
          </ac:spMkLst>
        </pc:spChg>
        <pc:spChg chg="mod">
          <ac:chgData name="Md Farhad Hossain" userId="06baef4f3fa23be3" providerId="LiveId" clId="{EE2B8C4F-4BD4-4FDC-B513-BFDA8299819E}" dt="2026-08-23T13:16:33.409" v="1467" actId="14100"/>
          <ac:spMkLst>
            <pc:docMk/>
            <pc:sldMk cId="2118951198" sldId="256"/>
            <ac:spMk id="22" creationId="{52F8FF19-5986-198A-38FE-BE142C569B8A}"/>
          </ac:spMkLst>
        </pc:spChg>
        <pc:grpChg chg="add mod">
          <ac:chgData name="Md Farhad Hossain" userId="06baef4f3fa23be3" providerId="LiveId" clId="{EE2B8C4F-4BD4-4FDC-B513-BFDA8299819E}" dt="2026-08-23T13:07:41.602" v="1441" actId="164"/>
          <ac:grpSpMkLst>
            <pc:docMk/>
            <pc:sldMk cId="2118951198" sldId="256"/>
            <ac:grpSpMk id="5" creationId="{65E7ADF2-40B8-E23B-5C1B-B033D065ECEC}"/>
          </ac:grpSpMkLst>
        </pc:grpChg>
        <pc:grpChg chg="mod">
          <ac:chgData name="Md Farhad Hossain" userId="06baef4f3fa23be3" providerId="LiveId" clId="{EE2B8C4F-4BD4-4FDC-B513-BFDA8299819E}" dt="2026-08-23T13:07:41.602" v="1441" actId="164"/>
          <ac:grpSpMkLst>
            <pc:docMk/>
            <pc:sldMk cId="2118951198" sldId="256"/>
            <ac:grpSpMk id="20" creationId="{6DF42DAD-AA0A-0DDA-0668-12B996278F0B}"/>
          </ac:grpSpMkLst>
        </pc:grpChg>
        <pc:picChg chg="mod">
          <ac:chgData name="Md Farhad Hossain" userId="06baef4f3fa23be3" providerId="LiveId" clId="{EE2B8C4F-4BD4-4FDC-B513-BFDA8299819E}" dt="2026-08-23T08:14:29.708" v="1000" actId="14100"/>
          <ac:picMkLst>
            <pc:docMk/>
            <pc:sldMk cId="2118951198" sldId="256"/>
            <ac:picMk id="6" creationId="{48FE7027-DE7E-23AB-6030-0F72B2B197AD}"/>
          </ac:picMkLst>
        </pc:picChg>
        <pc:picChg chg="mod">
          <ac:chgData name="Md Farhad Hossain" userId="06baef4f3fa23be3" providerId="LiveId" clId="{EE2B8C4F-4BD4-4FDC-B513-BFDA8299819E}" dt="2026-08-23T13:07:41.602" v="1441" actId="164"/>
          <ac:picMkLst>
            <pc:docMk/>
            <pc:sldMk cId="2118951198" sldId="256"/>
            <ac:picMk id="24" creationId="{5F7B437B-07F9-FA14-A9D2-96EEA95A93A0}"/>
          </ac:picMkLst>
        </pc:picChg>
        <pc:picChg chg="mod">
          <ac:chgData name="Md Farhad Hossain" userId="06baef4f3fa23be3" providerId="LiveId" clId="{EE2B8C4F-4BD4-4FDC-B513-BFDA8299819E}" dt="2026-08-23T13:29:11.255" v="1610" actId="14100"/>
          <ac:picMkLst>
            <pc:docMk/>
            <pc:sldMk cId="2118951198" sldId="256"/>
            <ac:picMk id="30" creationId="{B980CCF6-CF5D-A9D8-8120-A2FE31D95DD4}"/>
          </ac:picMkLst>
        </pc:picChg>
        <pc:cxnChg chg="mod">
          <ac:chgData name="Md Farhad Hossain" userId="06baef4f3fa23be3" providerId="LiveId" clId="{EE2B8C4F-4BD4-4FDC-B513-BFDA8299819E}" dt="2026-08-23T08:14:39.216" v="1002" actId="1076"/>
          <ac:cxnSpMkLst>
            <pc:docMk/>
            <pc:sldMk cId="2118951198" sldId="256"/>
            <ac:cxnSpMk id="10" creationId="{9A2F9953-5330-CBDF-F44F-5F3D65184E90}"/>
          </ac:cxnSpMkLst>
        </pc:cxnChg>
      </pc:sldChg>
      <pc:sldChg chg="addSp delSp modSp mod modTransition">
        <pc:chgData name="Md Farhad Hossain" userId="06baef4f3fa23be3" providerId="LiveId" clId="{EE2B8C4F-4BD4-4FDC-B513-BFDA8299819E}" dt="2026-08-23T13:28:52.932" v="1609" actId="1035"/>
        <pc:sldMkLst>
          <pc:docMk/>
          <pc:sldMk cId="520260499" sldId="257"/>
        </pc:sldMkLst>
        <pc:spChg chg="mod">
          <ac:chgData name="Md Farhad Hossain" userId="06baef4f3fa23be3" providerId="LiveId" clId="{EE2B8C4F-4BD4-4FDC-B513-BFDA8299819E}" dt="2026-08-23T13:08:00.957" v="1446"/>
          <ac:spMkLst>
            <pc:docMk/>
            <pc:sldMk cId="520260499" sldId="257"/>
            <ac:spMk id="3" creationId="{BE16F6BC-C7FB-045F-C5DF-9EB74828B5D8}"/>
          </ac:spMkLst>
        </pc:spChg>
        <pc:spChg chg="del">
          <ac:chgData name="Md Farhad Hossain" userId="06baef4f3fa23be3" providerId="LiveId" clId="{EE2B8C4F-4BD4-4FDC-B513-BFDA8299819E}" dt="2026-08-23T13:07:55.598" v="1444" actId="478"/>
          <ac:spMkLst>
            <pc:docMk/>
            <pc:sldMk cId="520260499" sldId="257"/>
            <ac:spMk id="5" creationId="{FD934009-5ED2-07D2-A44A-96872BE217E1}"/>
          </ac:spMkLst>
        </pc:spChg>
        <pc:spChg chg="mod">
          <ac:chgData name="Md Farhad Hossain" userId="06baef4f3fa23be3" providerId="LiveId" clId="{EE2B8C4F-4BD4-4FDC-B513-BFDA8299819E}" dt="2026-08-23T08:15:25.024" v="1010" actId="1076"/>
          <ac:spMkLst>
            <pc:docMk/>
            <pc:sldMk cId="520260499" sldId="257"/>
            <ac:spMk id="7" creationId="{3BAE8AD9-1F78-195D-6ECD-676C4557F0C4}"/>
          </ac:spMkLst>
        </pc:spChg>
        <pc:spChg chg="mod">
          <ac:chgData name="Md Farhad Hossain" userId="06baef4f3fa23be3" providerId="LiveId" clId="{EE2B8C4F-4BD4-4FDC-B513-BFDA8299819E}" dt="2026-08-23T13:08:00.957" v="1446"/>
          <ac:spMkLst>
            <pc:docMk/>
            <pc:sldMk cId="520260499" sldId="257"/>
            <ac:spMk id="8" creationId="{E3E74886-0442-02D4-76DC-01169CE7F19E}"/>
          </ac:spMkLst>
        </pc:spChg>
        <pc:spChg chg="mod">
          <ac:chgData name="Md Farhad Hossain" userId="06baef4f3fa23be3" providerId="LiveId" clId="{EE2B8C4F-4BD4-4FDC-B513-BFDA8299819E}" dt="2026-08-23T13:08:00.957" v="1446"/>
          <ac:spMkLst>
            <pc:docMk/>
            <pc:sldMk cId="520260499" sldId="257"/>
            <ac:spMk id="9" creationId="{B8C8C4FC-C9AC-6FE4-87FB-D7FDD14BC385}"/>
          </ac:spMkLst>
        </pc:spChg>
        <pc:spChg chg="mod">
          <ac:chgData name="Md Farhad Hossain" userId="06baef4f3fa23be3" providerId="LiveId" clId="{EE2B8C4F-4BD4-4FDC-B513-BFDA8299819E}" dt="2026-08-23T13:16:08.955" v="1465" actId="14100"/>
          <ac:spMkLst>
            <pc:docMk/>
            <pc:sldMk cId="520260499" sldId="257"/>
            <ac:spMk id="10" creationId="{366752C8-BC10-9006-D71E-8A685CE9043C}"/>
          </ac:spMkLst>
        </pc:spChg>
        <pc:spChg chg="mod">
          <ac:chgData name="Md Farhad Hossain" userId="06baef4f3fa23be3" providerId="LiveId" clId="{EE2B8C4F-4BD4-4FDC-B513-BFDA8299819E}" dt="2026-08-23T13:08:00.957" v="1446"/>
          <ac:spMkLst>
            <pc:docMk/>
            <pc:sldMk cId="520260499" sldId="257"/>
            <ac:spMk id="14" creationId="{E2F56150-2F69-8B70-CA7A-169025E8E3AC}"/>
          </ac:spMkLst>
        </pc:spChg>
        <pc:spChg chg="mod">
          <ac:chgData name="Md Farhad Hossain" userId="06baef4f3fa23be3" providerId="LiveId" clId="{EE2B8C4F-4BD4-4FDC-B513-BFDA8299819E}" dt="2026-08-23T13:08:00.957" v="1446"/>
          <ac:spMkLst>
            <pc:docMk/>
            <pc:sldMk cId="520260499" sldId="257"/>
            <ac:spMk id="16" creationId="{CFDC2FD8-4C3A-6384-E6A6-AD188336D12C}"/>
          </ac:spMkLst>
        </pc:spChg>
        <pc:spChg chg="mod">
          <ac:chgData name="Md Farhad Hossain" userId="06baef4f3fa23be3" providerId="LiveId" clId="{EE2B8C4F-4BD4-4FDC-B513-BFDA8299819E}" dt="2026-08-23T13:08:00.957" v="1446"/>
          <ac:spMkLst>
            <pc:docMk/>
            <pc:sldMk cId="520260499" sldId="257"/>
            <ac:spMk id="18" creationId="{2F1A7FD7-701F-559D-ADB7-DAFBCADD6E79}"/>
          </ac:spMkLst>
        </pc:spChg>
        <pc:spChg chg="mod">
          <ac:chgData name="Md Farhad Hossain" userId="06baef4f3fa23be3" providerId="LiveId" clId="{EE2B8C4F-4BD4-4FDC-B513-BFDA8299819E}" dt="2026-08-23T13:26:32.865" v="1604" actId="1076"/>
          <ac:spMkLst>
            <pc:docMk/>
            <pc:sldMk cId="520260499" sldId="257"/>
            <ac:spMk id="21" creationId="{8A545F3A-D9DC-ED1E-1C05-0162C63E7B52}"/>
          </ac:spMkLst>
        </pc:spChg>
        <pc:spChg chg="del">
          <ac:chgData name="Md Farhad Hossain" userId="06baef4f3fa23be3" providerId="LiveId" clId="{EE2B8C4F-4BD4-4FDC-B513-BFDA8299819E}" dt="2026-08-23T13:07:49.598" v="1442" actId="478"/>
          <ac:spMkLst>
            <pc:docMk/>
            <pc:sldMk cId="520260499" sldId="257"/>
            <ac:spMk id="22" creationId="{EF792BA7-8C72-9175-E091-6CEB2CC7D1EF}"/>
          </ac:spMkLst>
        </pc:spChg>
        <pc:spChg chg="add del mod ord">
          <ac:chgData name="Md Farhad Hossain" userId="06baef4f3fa23be3" providerId="LiveId" clId="{EE2B8C4F-4BD4-4FDC-B513-BFDA8299819E}" dt="2026-08-23T13:26:31.905" v="1603" actId="478"/>
          <ac:spMkLst>
            <pc:docMk/>
            <pc:sldMk cId="520260499" sldId="257"/>
            <ac:spMk id="24" creationId="{FCD7FB52-DFFF-290B-B55C-A872AF80FA70}"/>
          </ac:spMkLst>
        </pc:spChg>
        <pc:spChg chg="add mod">
          <ac:chgData name="Md Farhad Hossain" userId="06baef4f3fa23be3" providerId="LiveId" clId="{EE2B8C4F-4BD4-4FDC-B513-BFDA8299819E}" dt="2026-08-23T13:18:40.951" v="1529" actId="1076"/>
          <ac:spMkLst>
            <pc:docMk/>
            <pc:sldMk cId="520260499" sldId="257"/>
            <ac:spMk id="25" creationId="{E8E6B7CF-CC25-9560-552B-9ED593311A5B}"/>
          </ac:spMkLst>
        </pc:spChg>
        <pc:spChg chg="add mod">
          <ac:chgData name="Md Farhad Hossain" userId="06baef4f3fa23be3" providerId="LiveId" clId="{EE2B8C4F-4BD4-4FDC-B513-BFDA8299819E}" dt="2026-08-23T13:18:35.990" v="1528" actId="1035"/>
          <ac:spMkLst>
            <pc:docMk/>
            <pc:sldMk cId="520260499" sldId="257"/>
            <ac:spMk id="27" creationId="{D8AC0997-A049-7ABA-A027-ABF1386B7731}"/>
          </ac:spMkLst>
        </pc:spChg>
        <pc:spChg chg="mod">
          <ac:chgData name="Md Farhad Hossain" userId="06baef4f3fa23be3" providerId="LiveId" clId="{EE2B8C4F-4BD4-4FDC-B513-BFDA8299819E}" dt="2026-08-22T21:03:19.119" v="15" actId="1035"/>
          <ac:spMkLst>
            <pc:docMk/>
            <pc:sldMk cId="520260499" sldId="257"/>
            <ac:spMk id="33" creationId="{958A78C4-D9CA-0826-6F7B-AF840A25A026}"/>
          </ac:spMkLst>
        </pc:spChg>
        <pc:spChg chg="mod">
          <ac:chgData name="Md Farhad Hossain" userId="06baef4f3fa23be3" providerId="LiveId" clId="{EE2B8C4F-4BD4-4FDC-B513-BFDA8299819E}" dt="2026-08-22T21:03:54.517" v="27" actId="1038"/>
          <ac:spMkLst>
            <pc:docMk/>
            <pc:sldMk cId="520260499" sldId="257"/>
            <ac:spMk id="34" creationId="{42C5CDC1-A2DD-BC99-4BE0-4712337B1C60}"/>
          </ac:spMkLst>
        </pc:spChg>
        <pc:spChg chg="mod">
          <ac:chgData name="Md Farhad Hossain" userId="06baef4f3fa23be3" providerId="LiveId" clId="{EE2B8C4F-4BD4-4FDC-B513-BFDA8299819E}" dt="2026-08-22T21:03:41.772" v="18" actId="1076"/>
          <ac:spMkLst>
            <pc:docMk/>
            <pc:sldMk cId="520260499" sldId="257"/>
            <ac:spMk id="38" creationId="{4D1B986F-E5D8-8C81-9724-F9F9AADC9B7B}"/>
          </ac:spMkLst>
        </pc:spChg>
        <pc:grpChg chg="add mod">
          <ac:chgData name="Md Farhad Hossain" userId="06baef4f3fa23be3" providerId="LiveId" clId="{EE2B8C4F-4BD4-4FDC-B513-BFDA8299819E}" dt="2026-08-23T13:08:00.957" v="1446"/>
          <ac:grpSpMkLst>
            <pc:docMk/>
            <pc:sldMk cId="520260499" sldId="257"/>
            <ac:grpSpMk id="2" creationId="{193DE37C-8BC4-3153-1BD4-EAA6170551A9}"/>
          </ac:grpSpMkLst>
        </pc:grpChg>
        <pc:grpChg chg="del mod">
          <ac:chgData name="Md Farhad Hossain" userId="06baef4f3fa23be3" providerId="LiveId" clId="{EE2B8C4F-4BD4-4FDC-B513-BFDA8299819E}" dt="2026-08-23T13:07:52.687" v="1443" actId="478"/>
          <ac:grpSpMkLst>
            <pc:docMk/>
            <pc:sldMk cId="520260499" sldId="257"/>
            <ac:grpSpMk id="20" creationId="{0AC97074-2E44-B563-582B-1E8BF5733DCF}"/>
          </ac:grpSpMkLst>
        </pc:grpChg>
        <pc:grpChg chg="mod">
          <ac:chgData name="Md Farhad Hossain" userId="06baef4f3fa23be3" providerId="LiveId" clId="{EE2B8C4F-4BD4-4FDC-B513-BFDA8299819E}" dt="2026-08-22T21:04:06.735" v="28" actId="164"/>
          <ac:grpSpMkLst>
            <pc:docMk/>
            <pc:sldMk cId="520260499" sldId="257"/>
            <ac:grpSpMk id="40" creationId="{00BBF737-0CE4-9139-0C2B-A3A381EB09B3}"/>
          </ac:grpSpMkLst>
        </pc:grpChg>
        <pc:grpChg chg="add mod">
          <ac:chgData name="Md Farhad Hossain" userId="06baef4f3fa23be3" providerId="LiveId" clId="{EE2B8C4F-4BD4-4FDC-B513-BFDA8299819E}" dt="2026-08-23T13:19:23.865" v="1579" actId="1035"/>
          <ac:grpSpMkLst>
            <pc:docMk/>
            <pc:sldMk cId="520260499" sldId="257"/>
            <ac:grpSpMk id="42" creationId="{0D99F03D-9822-7CE9-0945-573C50D7F09C}"/>
          </ac:grpSpMkLst>
        </pc:grpChg>
        <pc:graphicFrameChg chg="mod modGraphic">
          <ac:chgData name="Md Farhad Hossain" userId="06baef4f3fa23be3" providerId="LiveId" clId="{EE2B8C4F-4BD4-4FDC-B513-BFDA8299819E}" dt="2026-08-23T13:19:07.837" v="1545" actId="1036"/>
          <ac:graphicFrameMkLst>
            <pc:docMk/>
            <pc:sldMk cId="520260499" sldId="257"/>
            <ac:graphicFrameMk id="28" creationId="{716E9E12-0CCC-AC7D-09AA-65DE0203D182}"/>
          </ac:graphicFrameMkLst>
        </pc:graphicFrameChg>
        <pc:picChg chg="mod">
          <ac:chgData name="Md Farhad Hossain" userId="06baef4f3fa23be3" providerId="LiveId" clId="{EE2B8C4F-4BD4-4FDC-B513-BFDA8299819E}" dt="2026-08-23T08:15:07.456" v="1004" actId="29295"/>
          <ac:picMkLst>
            <pc:docMk/>
            <pc:sldMk cId="520260499" sldId="257"/>
            <ac:picMk id="6" creationId="{E2B81871-D343-1FAE-987B-BA7E66C06899}"/>
          </ac:picMkLst>
        </pc:picChg>
        <pc:picChg chg="mod">
          <ac:chgData name="Md Farhad Hossain" userId="06baef4f3fa23be3" providerId="LiveId" clId="{EE2B8C4F-4BD4-4FDC-B513-BFDA8299819E}" dt="2026-08-23T13:08:00.957" v="1446"/>
          <ac:picMkLst>
            <pc:docMk/>
            <pc:sldMk cId="520260499" sldId="257"/>
            <ac:picMk id="13" creationId="{5FA1AEC9-8BD5-A3E5-2C7B-BCE78C9B52F5}"/>
          </ac:picMkLst>
        </pc:picChg>
        <pc:picChg chg="mod">
          <ac:chgData name="Md Farhad Hossain" userId="06baef4f3fa23be3" providerId="LiveId" clId="{EE2B8C4F-4BD4-4FDC-B513-BFDA8299819E}" dt="2026-08-23T13:08:00.957" v="1446"/>
          <ac:picMkLst>
            <pc:docMk/>
            <pc:sldMk cId="520260499" sldId="257"/>
            <ac:picMk id="17" creationId="{269B0868-8B81-2506-0C2E-22388C5AD376}"/>
          </ac:picMkLst>
        </pc:picChg>
        <pc:picChg chg="add mod">
          <ac:chgData name="Md Farhad Hossain" userId="06baef4f3fa23be3" providerId="LiveId" clId="{EE2B8C4F-4BD4-4FDC-B513-BFDA8299819E}" dt="2026-08-22T21:04:09.768" v="29" actId="1076"/>
          <ac:picMkLst>
            <pc:docMk/>
            <pc:sldMk cId="520260499" sldId="257"/>
            <ac:picMk id="41" creationId="{48195CEA-8486-041F-5D4A-864F74229F54}"/>
          </ac:picMkLst>
        </pc:picChg>
        <pc:cxnChg chg="del">
          <ac:chgData name="Md Farhad Hossain" userId="06baef4f3fa23be3" providerId="LiveId" clId="{EE2B8C4F-4BD4-4FDC-B513-BFDA8299819E}" dt="2026-08-23T13:07:59.993" v="1445" actId="478"/>
          <ac:cxnSpMkLst>
            <pc:docMk/>
            <pc:sldMk cId="520260499" sldId="257"/>
            <ac:cxnSpMk id="19" creationId="{D2B3CCCE-67A9-D9D2-E2C7-171F5CD5B060}"/>
          </ac:cxnSpMkLst>
        </pc:cxnChg>
        <pc:cxnChg chg="add mod">
          <ac:chgData name="Md Farhad Hossain" userId="06baef4f3fa23be3" providerId="LiveId" clId="{EE2B8C4F-4BD4-4FDC-B513-BFDA8299819E}" dt="2026-08-23T13:21:24.869" v="1601" actId="1582"/>
          <ac:cxnSpMkLst>
            <pc:docMk/>
            <pc:sldMk cId="520260499" sldId="257"/>
            <ac:cxnSpMk id="30" creationId="{6B1223C5-F16B-3EFB-D888-3CB780C77D1F}"/>
          </ac:cxnSpMkLst>
        </pc:cxnChg>
        <pc:cxnChg chg="add mod">
          <ac:chgData name="Md Farhad Hossain" userId="06baef4f3fa23be3" providerId="LiveId" clId="{EE2B8C4F-4BD4-4FDC-B513-BFDA8299819E}" dt="2026-08-23T13:28:52.932" v="1609" actId="1035"/>
          <ac:cxnSpMkLst>
            <pc:docMk/>
            <pc:sldMk cId="520260499" sldId="257"/>
            <ac:cxnSpMk id="43" creationId="{5BF036CC-81CF-3333-4493-FCDC8D82968C}"/>
          </ac:cxnSpMkLst>
        </pc:cxnChg>
      </pc:sldChg>
      <pc:sldChg chg="addSp delSp modSp add mod modTransition">
        <pc:chgData name="Md Farhad Hossain" userId="06baef4f3fa23be3" providerId="LiveId" clId="{EE2B8C4F-4BD4-4FDC-B513-BFDA8299819E}" dt="2026-08-23T08:24:17.068" v="1140"/>
        <pc:sldMkLst>
          <pc:docMk/>
          <pc:sldMk cId="3444682128" sldId="258"/>
        </pc:sldMkLst>
        <pc:spChg chg="add mod">
          <ac:chgData name="Md Farhad Hossain" userId="06baef4f3fa23be3" providerId="LiveId" clId="{EE2B8C4F-4BD4-4FDC-B513-BFDA8299819E}" dt="2026-08-22T21:05:02.333" v="33" actId="1076"/>
          <ac:spMkLst>
            <pc:docMk/>
            <pc:sldMk cId="3444682128" sldId="258"/>
            <ac:spMk id="2" creationId="{51C14314-4A5E-70F4-95CE-6B755B466012}"/>
          </ac:spMkLst>
        </pc:spChg>
        <pc:spChg chg="add mod">
          <ac:chgData name="Md Farhad Hossain" userId="06baef4f3fa23be3" providerId="LiveId" clId="{EE2B8C4F-4BD4-4FDC-B513-BFDA8299819E}" dt="2026-08-22T21:05:33.330" v="57" actId="1038"/>
          <ac:spMkLst>
            <pc:docMk/>
            <pc:sldMk cId="3444682128" sldId="258"/>
            <ac:spMk id="3" creationId="{5F0F6763-6625-49C0-F6FD-1E3CC0607B26}"/>
          </ac:spMkLst>
        </pc:spChg>
        <pc:spChg chg="add mod">
          <ac:chgData name="Md Farhad Hossain" userId="06baef4f3fa23be3" providerId="LiveId" clId="{EE2B8C4F-4BD4-4FDC-B513-BFDA8299819E}" dt="2026-08-22T21:05:46.066" v="60" actId="1076"/>
          <ac:spMkLst>
            <pc:docMk/>
            <pc:sldMk cId="3444682128" sldId="258"/>
            <ac:spMk id="4" creationId="{04CE7B2B-7B85-9CF6-9978-D7FF0EA5D0D8}"/>
          </ac:spMkLst>
        </pc:spChg>
        <pc:spChg chg="add mod">
          <ac:chgData name="Md Farhad Hossain" userId="06baef4f3fa23be3" providerId="LiveId" clId="{EE2B8C4F-4BD4-4FDC-B513-BFDA8299819E}" dt="2026-08-22T21:06:10.771" v="66" actId="1036"/>
          <ac:spMkLst>
            <pc:docMk/>
            <pc:sldMk cId="3444682128" sldId="258"/>
            <ac:spMk id="8" creationId="{35A6D8C7-29E4-B5CB-B4DF-B53E88F14F48}"/>
          </ac:spMkLst>
        </pc:spChg>
        <pc:spChg chg="add mod">
          <ac:chgData name="Md Farhad Hossain" userId="06baef4f3fa23be3" providerId="LiveId" clId="{EE2B8C4F-4BD4-4FDC-B513-BFDA8299819E}" dt="2026-08-22T21:17:12.701" v="109" actId="1076"/>
          <ac:spMkLst>
            <pc:docMk/>
            <pc:sldMk cId="3444682128" sldId="258"/>
            <ac:spMk id="9" creationId="{D996E21B-C569-FC98-ED8A-B0CB64136BA0}"/>
          </ac:spMkLst>
        </pc:spChg>
        <pc:spChg chg="mod topLvl">
          <ac:chgData name="Md Farhad Hossain" userId="06baef4f3fa23be3" providerId="LiveId" clId="{EE2B8C4F-4BD4-4FDC-B513-BFDA8299819E}" dt="2026-08-22T21:04:45.608" v="31" actId="165"/>
          <ac:spMkLst>
            <pc:docMk/>
            <pc:sldMk cId="3444682128" sldId="258"/>
            <ac:spMk id="12" creationId="{F2E7FB2C-4B5B-A31A-0EAA-541E081B809C}"/>
          </ac:spMkLst>
        </pc:spChg>
        <pc:spChg chg="add mod ord">
          <ac:chgData name="Md Farhad Hossain" userId="06baef4f3fa23be3" providerId="LiveId" clId="{EE2B8C4F-4BD4-4FDC-B513-BFDA8299819E}" dt="2026-08-22T21:31:38.037" v="276" actId="164"/>
          <ac:spMkLst>
            <pc:docMk/>
            <pc:sldMk cId="3444682128" sldId="258"/>
            <ac:spMk id="13" creationId="{C8FC41FD-A44A-A939-37A0-F7402E7DDF6F}"/>
          </ac:spMkLst>
        </pc:spChg>
        <pc:spChg chg="add del mod">
          <ac:chgData name="Md Farhad Hossain" userId="06baef4f3fa23be3" providerId="LiveId" clId="{EE2B8C4F-4BD4-4FDC-B513-BFDA8299819E}" dt="2026-08-22T21:22:04.187" v="133" actId="478"/>
          <ac:spMkLst>
            <pc:docMk/>
            <pc:sldMk cId="3444682128" sldId="258"/>
            <ac:spMk id="14" creationId="{B696630A-2032-220D-E7FB-D9BC0C7AD662}"/>
          </ac:spMkLst>
        </pc:spChg>
        <pc:spChg chg="add mod">
          <ac:chgData name="Md Farhad Hossain" userId="06baef4f3fa23be3" providerId="LiveId" clId="{EE2B8C4F-4BD4-4FDC-B513-BFDA8299819E}" dt="2026-08-22T21:31:38.037" v="276" actId="164"/>
          <ac:spMkLst>
            <pc:docMk/>
            <pc:sldMk cId="3444682128" sldId="258"/>
            <ac:spMk id="16" creationId="{E77F039C-D762-19C1-EE78-AE179DA4F064}"/>
          </ac:spMkLst>
        </pc:spChg>
        <pc:spChg chg="add mod">
          <ac:chgData name="Md Farhad Hossain" userId="06baef4f3fa23be3" providerId="LiveId" clId="{EE2B8C4F-4BD4-4FDC-B513-BFDA8299819E}" dt="2026-08-22T21:31:46.712" v="277" actId="164"/>
          <ac:spMkLst>
            <pc:docMk/>
            <pc:sldMk cId="3444682128" sldId="258"/>
            <ac:spMk id="17" creationId="{43991F8B-CF5D-7BBC-B710-298F5ADF9433}"/>
          </ac:spMkLst>
        </pc:spChg>
        <pc:spChg chg="mod">
          <ac:chgData name="Md Farhad Hossain" userId="06baef4f3fa23be3" providerId="LiveId" clId="{EE2B8C4F-4BD4-4FDC-B513-BFDA8299819E}" dt="2026-08-22T21:23:21.696" v="139" actId="14100"/>
          <ac:spMkLst>
            <pc:docMk/>
            <pc:sldMk cId="3444682128" sldId="258"/>
            <ac:spMk id="21" creationId="{29B8FD12-3D62-3C13-15DA-F8A6B47022F2}"/>
          </ac:spMkLst>
        </pc:spChg>
        <pc:spChg chg="add mod">
          <ac:chgData name="Md Farhad Hossain" userId="06baef4f3fa23be3" providerId="LiveId" clId="{EE2B8C4F-4BD4-4FDC-B513-BFDA8299819E}" dt="2026-08-22T21:31:46.712" v="277" actId="164"/>
          <ac:spMkLst>
            <pc:docMk/>
            <pc:sldMk cId="3444682128" sldId="258"/>
            <ac:spMk id="23" creationId="{205702C3-7B84-3871-C732-703EAAE00ED6}"/>
          </ac:spMkLst>
        </pc:spChg>
        <pc:spChg chg="mod topLvl">
          <ac:chgData name="Md Farhad Hossain" userId="06baef4f3fa23be3" providerId="LiveId" clId="{EE2B8C4F-4BD4-4FDC-B513-BFDA8299819E}" dt="2026-08-22T21:04:45.608" v="31" actId="165"/>
          <ac:spMkLst>
            <pc:docMk/>
            <pc:sldMk cId="3444682128" sldId="258"/>
            <ac:spMk id="36" creationId="{D934A9C7-B800-2B56-BB52-ABD03362D7CF}"/>
          </ac:spMkLst>
        </pc:spChg>
        <pc:grpChg chg="del">
          <ac:chgData name="Md Farhad Hossain" userId="06baef4f3fa23be3" providerId="LiveId" clId="{EE2B8C4F-4BD4-4FDC-B513-BFDA8299819E}" dt="2026-08-22T21:04:45.608" v="31" actId="165"/>
          <ac:grpSpMkLst>
            <pc:docMk/>
            <pc:sldMk cId="3444682128" sldId="258"/>
            <ac:grpSpMk id="15" creationId="{B4388B9A-862B-961E-5BB7-A7ECA4CC3868}"/>
          </ac:grpSpMkLst>
        </pc:grpChg>
        <pc:grpChg chg="add mod">
          <ac:chgData name="Md Farhad Hossain" userId="06baef4f3fa23be3" providerId="LiveId" clId="{EE2B8C4F-4BD4-4FDC-B513-BFDA8299819E}" dt="2026-08-22T21:31:46.712" v="277" actId="164"/>
          <ac:grpSpMkLst>
            <pc:docMk/>
            <pc:sldMk cId="3444682128" sldId="258"/>
            <ac:grpSpMk id="18" creationId="{606D87B4-702C-C582-F134-F3E121F5B6EB}"/>
          </ac:grpSpMkLst>
        </pc:grpChg>
        <pc:grpChg chg="add mod">
          <ac:chgData name="Md Farhad Hossain" userId="06baef4f3fa23be3" providerId="LiveId" clId="{EE2B8C4F-4BD4-4FDC-B513-BFDA8299819E}" dt="2026-08-22T21:31:22.602" v="272" actId="164"/>
          <ac:grpSpMkLst>
            <pc:docMk/>
            <pc:sldMk cId="3444682128" sldId="258"/>
            <ac:grpSpMk id="24" creationId="{A346A887-D1B7-63DA-5AE6-4F8A70EEDA41}"/>
          </ac:grpSpMkLst>
        </pc:grpChg>
        <pc:grpChg chg="add mod">
          <ac:chgData name="Md Farhad Hossain" userId="06baef4f3fa23be3" providerId="LiveId" clId="{EE2B8C4F-4BD4-4FDC-B513-BFDA8299819E}" dt="2026-08-22T21:31:38.037" v="276" actId="164"/>
          <ac:grpSpMkLst>
            <pc:docMk/>
            <pc:sldMk cId="3444682128" sldId="258"/>
            <ac:grpSpMk id="25" creationId="{CCA66ED2-1877-48F4-D485-D21108D6D62B}"/>
          </ac:grpSpMkLst>
        </pc:grpChg>
        <pc:grpChg chg="add mod">
          <ac:chgData name="Md Farhad Hossain" userId="06baef4f3fa23be3" providerId="LiveId" clId="{EE2B8C4F-4BD4-4FDC-B513-BFDA8299819E}" dt="2026-08-22T21:31:46.712" v="277" actId="164"/>
          <ac:grpSpMkLst>
            <pc:docMk/>
            <pc:sldMk cId="3444682128" sldId="258"/>
            <ac:grpSpMk id="26" creationId="{39B9A87E-BC7F-47B9-2D5C-80502AE57441}"/>
          </ac:grpSpMkLst>
        </pc:grpChg>
        <pc:grpChg chg="del">
          <ac:chgData name="Md Farhad Hossain" userId="06baef4f3fa23be3" providerId="LiveId" clId="{EE2B8C4F-4BD4-4FDC-B513-BFDA8299819E}" dt="2026-08-22T21:06:21.836" v="68" actId="478"/>
          <ac:grpSpMkLst>
            <pc:docMk/>
            <pc:sldMk cId="3444682128" sldId="258"/>
            <ac:grpSpMk id="42" creationId="{503C873D-660B-B7DF-7BC0-DD75299CE66C}"/>
          </ac:grpSpMkLst>
        </pc:grpChg>
        <pc:graphicFrameChg chg="del">
          <ac:chgData name="Md Farhad Hossain" userId="06baef4f3fa23be3" providerId="LiveId" clId="{EE2B8C4F-4BD4-4FDC-B513-BFDA8299819E}" dt="2026-08-22T21:06:19.089" v="67" actId="478"/>
          <ac:graphicFrameMkLst>
            <pc:docMk/>
            <pc:sldMk cId="3444682128" sldId="258"/>
            <ac:graphicFrameMk id="28" creationId="{9E781479-27A6-E675-3DEA-D798918280FD}"/>
          </ac:graphicFrameMkLst>
        </pc:graphicFrameChg>
        <pc:picChg chg="mod">
          <ac:chgData name="Md Farhad Hossain" userId="06baef4f3fa23be3" providerId="LiveId" clId="{EE2B8C4F-4BD4-4FDC-B513-BFDA8299819E}" dt="2026-08-23T08:23:23.344" v="1139" actId="29295"/>
          <ac:picMkLst>
            <pc:docMk/>
            <pc:sldMk cId="3444682128" sldId="258"/>
            <ac:picMk id="6" creationId="{62F57653-2553-0243-6CF1-941215A69725}"/>
          </ac:picMkLst>
        </pc:picChg>
        <pc:picChg chg="add mod modCrop">
          <ac:chgData name="Md Farhad Hossain" userId="06baef4f3fa23be3" providerId="LiveId" clId="{EE2B8C4F-4BD4-4FDC-B513-BFDA8299819E}" dt="2026-08-22T21:21:08.304" v="126" actId="14100"/>
          <ac:picMkLst>
            <pc:docMk/>
            <pc:sldMk cId="3444682128" sldId="258"/>
            <ac:picMk id="10" creationId="{64CFCF6C-1D47-E7D6-51CE-A24A21A83823}"/>
          </ac:picMkLst>
        </pc:picChg>
        <pc:picChg chg="mod topLvl">
          <ac:chgData name="Md Farhad Hossain" userId="06baef4f3fa23be3" providerId="LiveId" clId="{EE2B8C4F-4BD4-4FDC-B513-BFDA8299819E}" dt="2026-08-23T08:24:17.068" v="1140"/>
          <ac:picMkLst>
            <pc:docMk/>
            <pc:sldMk cId="3444682128" sldId="258"/>
            <ac:picMk id="11" creationId="{DE95FD62-B704-6B82-C327-D89A06E7E8C5}"/>
          </ac:picMkLst>
        </pc:picChg>
      </pc:sldChg>
      <pc:sldChg chg="addSp delSp modSp add mod modTransition">
        <pc:chgData name="Md Farhad Hossain" userId="06baef4f3fa23be3" providerId="LiveId" clId="{EE2B8C4F-4BD4-4FDC-B513-BFDA8299819E}" dt="2026-08-22T21:44:53.983" v="850"/>
        <pc:sldMkLst>
          <pc:docMk/>
          <pc:sldMk cId="3226906282" sldId="259"/>
        </pc:sldMkLst>
        <pc:spChg chg="del">
          <ac:chgData name="Md Farhad Hossain" userId="06baef4f3fa23be3" providerId="LiveId" clId="{EE2B8C4F-4BD4-4FDC-B513-BFDA8299819E}" dt="2026-08-22T21:32:47.934" v="290" actId="478"/>
          <ac:spMkLst>
            <pc:docMk/>
            <pc:sldMk cId="3226906282" sldId="259"/>
            <ac:spMk id="2" creationId="{9C27BFB0-6265-9510-B0F6-ED20B942C6FE}"/>
          </ac:spMkLst>
        </pc:spChg>
        <pc:spChg chg="del">
          <ac:chgData name="Md Farhad Hossain" userId="06baef4f3fa23be3" providerId="LiveId" clId="{EE2B8C4F-4BD4-4FDC-B513-BFDA8299819E}" dt="2026-08-22T21:32:17.462" v="282" actId="478"/>
          <ac:spMkLst>
            <pc:docMk/>
            <pc:sldMk cId="3226906282" sldId="259"/>
            <ac:spMk id="3" creationId="{FAA8CB86-30FE-AFF8-15BD-D70C0AF50A0F}"/>
          </ac:spMkLst>
        </pc:spChg>
        <pc:spChg chg="del">
          <ac:chgData name="Md Farhad Hossain" userId="06baef4f3fa23be3" providerId="LiveId" clId="{EE2B8C4F-4BD4-4FDC-B513-BFDA8299819E}" dt="2026-08-22T21:32:20.738" v="283" actId="478"/>
          <ac:spMkLst>
            <pc:docMk/>
            <pc:sldMk cId="3226906282" sldId="259"/>
            <ac:spMk id="4" creationId="{090C597D-86AD-D0D6-E85E-57F002F23029}"/>
          </ac:spMkLst>
        </pc:spChg>
        <pc:spChg chg="del">
          <ac:chgData name="Md Farhad Hossain" userId="06baef4f3fa23be3" providerId="LiveId" clId="{EE2B8C4F-4BD4-4FDC-B513-BFDA8299819E}" dt="2026-08-22T21:32:10.612" v="281" actId="478"/>
          <ac:spMkLst>
            <pc:docMk/>
            <pc:sldMk cId="3226906282" sldId="259"/>
            <ac:spMk id="5" creationId="{17EE8EDE-5BE8-F591-5A36-2B95EAAF6672}"/>
          </ac:spMkLst>
        </pc:spChg>
        <pc:spChg chg="del">
          <ac:chgData name="Md Farhad Hossain" userId="06baef4f3fa23be3" providerId="LiveId" clId="{EE2B8C4F-4BD4-4FDC-B513-BFDA8299819E}" dt="2026-08-22T21:32:17.462" v="282" actId="478"/>
          <ac:spMkLst>
            <pc:docMk/>
            <pc:sldMk cId="3226906282" sldId="259"/>
            <ac:spMk id="8" creationId="{EBD4658D-EC80-1195-278C-7E24AD22629A}"/>
          </ac:spMkLst>
        </pc:spChg>
        <pc:spChg chg="mod">
          <ac:chgData name="Md Farhad Hossain" userId="06baef4f3fa23be3" providerId="LiveId" clId="{EE2B8C4F-4BD4-4FDC-B513-BFDA8299819E}" dt="2026-08-22T21:33:18.354" v="295" actId="1076"/>
          <ac:spMkLst>
            <pc:docMk/>
            <pc:sldMk cId="3226906282" sldId="259"/>
            <ac:spMk id="9" creationId="{840A6E20-6590-745A-8959-5511865776C2}"/>
          </ac:spMkLst>
        </pc:spChg>
        <pc:spChg chg="del">
          <ac:chgData name="Md Farhad Hossain" userId="06baef4f3fa23be3" providerId="LiveId" clId="{EE2B8C4F-4BD4-4FDC-B513-BFDA8299819E}" dt="2026-08-22T21:32:21.794" v="284" actId="478"/>
          <ac:spMkLst>
            <pc:docMk/>
            <pc:sldMk cId="3226906282" sldId="259"/>
            <ac:spMk id="12" creationId="{A21ECF12-E0DF-F6F3-5720-EAAB667242B3}"/>
          </ac:spMkLst>
        </pc:spChg>
        <pc:spChg chg="mod">
          <ac:chgData name="Md Farhad Hossain" userId="06baef4f3fa23be3" providerId="LiveId" clId="{EE2B8C4F-4BD4-4FDC-B513-BFDA8299819E}" dt="2026-08-22T21:37:56.294" v="746" actId="14100"/>
          <ac:spMkLst>
            <pc:docMk/>
            <pc:sldMk cId="3226906282" sldId="259"/>
            <ac:spMk id="13" creationId="{10331204-38DC-0539-8FFB-5D524C8A3231}"/>
          </ac:spMkLst>
        </pc:spChg>
        <pc:spChg chg="mod">
          <ac:chgData name="Md Farhad Hossain" userId="06baef4f3fa23be3" providerId="LiveId" clId="{EE2B8C4F-4BD4-4FDC-B513-BFDA8299819E}" dt="2026-08-22T21:38:00.084" v="747" actId="14100"/>
          <ac:spMkLst>
            <pc:docMk/>
            <pc:sldMk cId="3226906282" sldId="259"/>
            <ac:spMk id="16" creationId="{5E7B6D7B-5FE5-181D-7AA3-A01B9FA78318}"/>
          </ac:spMkLst>
        </pc:spChg>
        <pc:spChg chg="mod">
          <ac:chgData name="Md Farhad Hossain" userId="06baef4f3fa23be3" providerId="LiveId" clId="{EE2B8C4F-4BD4-4FDC-B513-BFDA8299819E}" dt="2026-08-22T21:34:07.092" v="301" actId="14100"/>
          <ac:spMkLst>
            <pc:docMk/>
            <pc:sldMk cId="3226906282" sldId="259"/>
            <ac:spMk id="21" creationId="{C7CB6F17-D0FB-8E81-4630-E280B7B9D482}"/>
          </ac:spMkLst>
        </pc:spChg>
        <pc:spChg chg="del">
          <ac:chgData name="Md Farhad Hossain" userId="06baef4f3fa23be3" providerId="LiveId" clId="{EE2B8C4F-4BD4-4FDC-B513-BFDA8299819E}" dt="2026-08-22T21:32:03.763" v="279" actId="478"/>
          <ac:spMkLst>
            <pc:docMk/>
            <pc:sldMk cId="3226906282" sldId="259"/>
            <ac:spMk id="22" creationId="{E73C9653-E90F-A353-EC7B-2ECD0C0C903A}"/>
          </ac:spMkLst>
        </pc:spChg>
        <pc:spChg chg="del">
          <ac:chgData name="Md Farhad Hossain" userId="06baef4f3fa23be3" providerId="LiveId" clId="{EE2B8C4F-4BD4-4FDC-B513-BFDA8299819E}" dt="2026-08-22T21:32:49.102" v="291" actId="478"/>
          <ac:spMkLst>
            <pc:docMk/>
            <pc:sldMk cId="3226906282" sldId="259"/>
            <ac:spMk id="36" creationId="{C938D266-29E6-5C49-472E-F34B84E6CE13}"/>
          </ac:spMkLst>
        </pc:spChg>
        <pc:grpChg chg="add mod">
          <ac:chgData name="Md Farhad Hossain" userId="06baef4f3fa23be3" providerId="LiveId" clId="{EE2B8C4F-4BD4-4FDC-B513-BFDA8299819E}" dt="2026-08-22T21:33:25.834" v="297" actId="1076"/>
          <ac:grpSpMkLst>
            <pc:docMk/>
            <pc:sldMk cId="3226906282" sldId="259"/>
            <ac:grpSpMk id="14" creationId="{138A5DF8-51FA-7EF5-BC1C-7A3B3BEBE9A9}"/>
          </ac:grpSpMkLst>
        </pc:grpChg>
        <pc:grpChg chg="del">
          <ac:chgData name="Md Farhad Hossain" userId="06baef4f3fa23be3" providerId="LiveId" clId="{EE2B8C4F-4BD4-4FDC-B513-BFDA8299819E}" dt="2026-08-22T21:32:08.950" v="280" actId="478"/>
          <ac:grpSpMkLst>
            <pc:docMk/>
            <pc:sldMk cId="3226906282" sldId="259"/>
            <ac:grpSpMk id="20" creationId="{B57179F9-C6CE-3F12-25FE-7ED4E83D955A}"/>
          </ac:grpSpMkLst>
        </pc:grpChg>
        <pc:grpChg chg="mod">
          <ac:chgData name="Md Farhad Hossain" userId="06baef4f3fa23be3" providerId="LiveId" clId="{EE2B8C4F-4BD4-4FDC-B513-BFDA8299819E}" dt="2026-08-22T21:33:21.943" v="296" actId="164"/>
          <ac:grpSpMkLst>
            <pc:docMk/>
            <pc:sldMk cId="3226906282" sldId="259"/>
            <ac:grpSpMk id="26" creationId="{BBFE2F1C-35FB-7E5A-ADB3-D515B7F7C0E5}"/>
          </ac:grpSpMkLst>
        </pc:grpChg>
        <pc:picChg chg="mod">
          <ac:chgData name="Md Farhad Hossain" userId="06baef4f3fa23be3" providerId="LiveId" clId="{EE2B8C4F-4BD4-4FDC-B513-BFDA8299819E}" dt="2026-08-22T21:33:21.943" v="296" actId="164"/>
          <ac:picMkLst>
            <pc:docMk/>
            <pc:sldMk cId="3226906282" sldId="259"/>
            <ac:picMk id="10" creationId="{183201F0-DB75-E891-1D31-3264A2612288}"/>
          </ac:picMkLst>
        </pc:picChg>
        <pc:picChg chg="del">
          <ac:chgData name="Md Farhad Hossain" userId="06baef4f3fa23be3" providerId="LiveId" clId="{EE2B8C4F-4BD4-4FDC-B513-BFDA8299819E}" dt="2026-08-22T21:32:49.904" v="292" actId="478"/>
          <ac:picMkLst>
            <pc:docMk/>
            <pc:sldMk cId="3226906282" sldId="259"/>
            <ac:picMk id="11" creationId="{94DDAB23-4460-119E-DFCC-8A75F8399239}"/>
          </ac:picMkLst>
        </pc:picChg>
        <pc:cxnChg chg="add mod">
          <ac:chgData name="Md Farhad Hossain" userId="06baef4f3fa23be3" providerId="LiveId" clId="{EE2B8C4F-4BD4-4FDC-B513-BFDA8299819E}" dt="2026-08-22T21:34:22.722" v="303" actId="208"/>
          <ac:cxnSpMkLst>
            <pc:docMk/>
            <pc:sldMk cId="3226906282" sldId="259"/>
            <ac:cxnSpMk id="15" creationId="{04C1E7A5-57DC-CA11-FCB8-4E81688F3466}"/>
          </ac:cxnSpMkLst>
        </pc:cxnChg>
        <pc:cxnChg chg="del">
          <ac:chgData name="Md Farhad Hossain" userId="06baef4f3fa23be3" providerId="LiveId" clId="{EE2B8C4F-4BD4-4FDC-B513-BFDA8299819E}" dt="2026-08-22T21:33:04.572" v="294" actId="21"/>
          <ac:cxnSpMkLst>
            <pc:docMk/>
            <pc:sldMk cId="3226906282" sldId="259"/>
            <ac:cxnSpMk id="19" creationId="{04C1E7A5-57DC-CA11-FCB8-4E81688F3466}"/>
          </ac:cxnSpMkLst>
        </pc:cxnChg>
      </pc:sldChg>
      <pc:sldChg chg="add del">
        <pc:chgData name="Md Farhad Hossain" userId="06baef4f3fa23be3" providerId="LiveId" clId="{EE2B8C4F-4BD4-4FDC-B513-BFDA8299819E}" dt="2026-08-22T21:31:21.934" v="271" actId="2890"/>
        <pc:sldMkLst>
          <pc:docMk/>
          <pc:sldMk cId="3838223723" sldId="259"/>
        </pc:sldMkLst>
      </pc:sldChg>
      <pc:sldChg chg="addSp delSp modSp add mod modTransition">
        <pc:chgData name="Md Farhad Hossain" userId="06baef4f3fa23be3" providerId="LiveId" clId="{EE2B8C4F-4BD4-4FDC-B513-BFDA8299819E}" dt="2026-08-22T21:44:53.983" v="850"/>
        <pc:sldMkLst>
          <pc:docMk/>
          <pc:sldMk cId="3960645323" sldId="260"/>
        </pc:sldMkLst>
        <pc:spChg chg="add mod">
          <ac:chgData name="Md Farhad Hossain" userId="06baef4f3fa23be3" providerId="LiveId" clId="{EE2B8C4F-4BD4-4FDC-B513-BFDA8299819E}" dt="2026-08-22T21:39:43.044" v="783" actId="1076"/>
          <ac:spMkLst>
            <pc:docMk/>
            <pc:sldMk cId="3960645323" sldId="260"/>
            <ac:spMk id="2" creationId="{17A7832C-69A3-8357-A56F-20847A007CA1}"/>
          </ac:spMkLst>
        </pc:spChg>
        <pc:spChg chg="add mod">
          <ac:chgData name="Md Farhad Hossain" userId="06baef4f3fa23be3" providerId="LiveId" clId="{EE2B8C4F-4BD4-4FDC-B513-BFDA8299819E}" dt="2026-08-22T21:44:11.984" v="842" actId="20577"/>
          <ac:spMkLst>
            <pc:docMk/>
            <pc:sldMk cId="3960645323" sldId="260"/>
            <ac:spMk id="4" creationId="{AEFDEC4B-AA6F-AD52-45F3-9A67CEC05508}"/>
          </ac:spMkLst>
        </pc:spChg>
        <pc:spChg chg="add mod">
          <ac:chgData name="Md Farhad Hossain" userId="06baef4f3fa23be3" providerId="LiveId" clId="{EE2B8C4F-4BD4-4FDC-B513-BFDA8299819E}" dt="2026-08-22T21:39:11.012" v="775"/>
          <ac:spMkLst>
            <pc:docMk/>
            <pc:sldMk cId="3960645323" sldId="260"/>
            <ac:spMk id="5" creationId="{05E9587E-1025-6C80-45C8-8A17EB01E7AA}"/>
          </ac:spMkLst>
        </pc:spChg>
        <pc:spChg chg="add mod">
          <ac:chgData name="Md Farhad Hossain" userId="06baef4f3fa23be3" providerId="LiveId" clId="{EE2B8C4F-4BD4-4FDC-B513-BFDA8299819E}" dt="2026-08-22T21:44:36.097" v="849" actId="1076"/>
          <ac:spMkLst>
            <pc:docMk/>
            <pc:sldMk cId="3960645323" sldId="260"/>
            <ac:spMk id="6" creationId="{3B60778E-B263-C3F8-85F6-AEF7FCAFE881}"/>
          </ac:spMkLst>
        </pc:spChg>
        <pc:spChg chg="add mod">
          <ac:chgData name="Md Farhad Hossain" userId="06baef4f3fa23be3" providerId="LiveId" clId="{EE2B8C4F-4BD4-4FDC-B513-BFDA8299819E}" dt="2026-08-22T21:44:30.814" v="848" actId="113"/>
          <ac:spMkLst>
            <pc:docMk/>
            <pc:sldMk cId="3960645323" sldId="260"/>
            <ac:spMk id="7" creationId="{FE9B8BD3-FED5-E50C-05EB-8D76F6DB8D23}"/>
          </ac:spMkLst>
        </pc:spChg>
        <pc:spChg chg="del">
          <ac:chgData name="Md Farhad Hossain" userId="06baef4f3fa23be3" providerId="LiveId" clId="{EE2B8C4F-4BD4-4FDC-B513-BFDA8299819E}" dt="2026-08-22T21:35:14.283" v="313" actId="478"/>
          <ac:spMkLst>
            <pc:docMk/>
            <pc:sldMk cId="3960645323" sldId="260"/>
            <ac:spMk id="9" creationId="{BDE3A4D7-5B4F-1841-9504-AF7363A4C428}"/>
          </ac:spMkLst>
        </pc:spChg>
        <pc:spChg chg="mod">
          <ac:chgData name="Md Farhad Hossain" userId="06baef4f3fa23be3" providerId="LiveId" clId="{EE2B8C4F-4BD4-4FDC-B513-BFDA8299819E}" dt="2026-08-22T21:38:12.362" v="750" actId="14100"/>
          <ac:spMkLst>
            <pc:docMk/>
            <pc:sldMk cId="3960645323" sldId="260"/>
            <ac:spMk id="13" creationId="{988627BD-5D90-BD57-0351-0353182AA85B}"/>
          </ac:spMkLst>
        </pc:spChg>
        <pc:spChg chg="mod">
          <ac:chgData name="Md Farhad Hossain" userId="06baef4f3fa23be3" providerId="LiveId" clId="{EE2B8C4F-4BD4-4FDC-B513-BFDA8299819E}" dt="2026-08-22T21:38:15.370" v="751" actId="14100"/>
          <ac:spMkLst>
            <pc:docMk/>
            <pc:sldMk cId="3960645323" sldId="260"/>
            <ac:spMk id="16" creationId="{C1D0A2BF-8531-01FA-D2C1-969C5D31A66B}"/>
          </ac:spMkLst>
        </pc:spChg>
        <pc:spChg chg="mod">
          <ac:chgData name="Md Farhad Hossain" userId="06baef4f3fa23be3" providerId="LiveId" clId="{EE2B8C4F-4BD4-4FDC-B513-BFDA8299819E}" dt="2026-08-22T21:35:18.462" v="314" actId="14100"/>
          <ac:spMkLst>
            <pc:docMk/>
            <pc:sldMk cId="3960645323" sldId="260"/>
            <ac:spMk id="21" creationId="{7628AB2C-3A02-E927-4F9C-7F930707DAE9}"/>
          </ac:spMkLst>
        </pc:spChg>
        <pc:grpChg chg="mod">
          <ac:chgData name="Md Farhad Hossain" userId="06baef4f3fa23be3" providerId="LiveId" clId="{EE2B8C4F-4BD4-4FDC-B513-BFDA8299819E}" dt="2026-08-22T21:38:08.714" v="749" actId="14100"/>
          <ac:grpSpMkLst>
            <pc:docMk/>
            <pc:sldMk cId="3960645323" sldId="260"/>
            <ac:grpSpMk id="14" creationId="{2790F1D4-1AE0-B8E0-75C2-B5133D85F015}"/>
          </ac:grpSpMkLst>
        </pc:grpChg>
        <pc:picChg chg="mod">
          <ac:chgData name="Md Farhad Hossain" userId="06baef4f3fa23be3" providerId="LiveId" clId="{EE2B8C4F-4BD4-4FDC-B513-BFDA8299819E}" dt="2026-08-22T21:34:55.913" v="309" actId="1076"/>
          <ac:picMkLst>
            <pc:docMk/>
            <pc:sldMk cId="3960645323" sldId="260"/>
            <ac:picMk id="10" creationId="{0ECD1504-5149-92C3-2DD5-F7A5BB82CA4A}"/>
          </ac:picMkLst>
        </pc:picChg>
        <pc:cxnChg chg="add mod">
          <ac:chgData name="Md Farhad Hossain" userId="06baef4f3fa23be3" providerId="LiveId" clId="{EE2B8C4F-4BD4-4FDC-B513-BFDA8299819E}" dt="2026-08-22T21:38:42.424" v="757" actId="1076"/>
          <ac:cxnSpMkLst>
            <pc:docMk/>
            <pc:sldMk cId="3960645323" sldId="260"/>
            <ac:cxnSpMk id="3" creationId="{D2FE042E-6455-6C4C-868A-5E686730B639}"/>
          </ac:cxnSpMkLst>
        </pc:cxnChg>
        <pc:cxnChg chg="mod">
          <ac:chgData name="Md Farhad Hossain" userId="06baef4f3fa23be3" providerId="LiveId" clId="{EE2B8C4F-4BD4-4FDC-B513-BFDA8299819E}" dt="2026-08-22T21:38:18.301" v="752" actId="1076"/>
          <ac:cxnSpMkLst>
            <pc:docMk/>
            <pc:sldMk cId="3960645323" sldId="260"/>
            <ac:cxnSpMk id="15" creationId="{C9155613-9E81-0F54-D9A7-8DA710D5BE3B}"/>
          </ac:cxnSpMkLst>
        </pc:cxnChg>
      </pc:sldChg>
      <pc:sldChg chg="add del">
        <pc:chgData name="Md Farhad Hossain" userId="06baef4f3fa23be3" providerId="LiveId" clId="{EE2B8C4F-4BD4-4FDC-B513-BFDA8299819E}" dt="2026-08-23T13:07:02.509" v="1440" actId="47"/>
        <pc:sldMkLst>
          <pc:docMk/>
          <pc:sldMk cId="4169137886"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F659C-16B6-4678-ABE7-798E81140F2F}" type="datetimeFigureOut">
              <a:rPr lang="en-GB" smtClean="0"/>
              <a:t>23/08/2026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06529-9EC0-4E05-9F3E-FAC5C70ED3C3}" type="slidenum">
              <a:rPr lang="en-GB" smtClean="0"/>
              <a:t>‹#›</a:t>
            </a:fld>
            <a:endParaRPr lang="en-GB"/>
          </a:p>
        </p:txBody>
      </p:sp>
    </p:spTree>
    <p:extLst>
      <p:ext uri="{BB962C8B-B14F-4D97-AF65-F5344CB8AC3E}">
        <p14:creationId xmlns:p14="http://schemas.microsoft.com/office/powerpoint/2010/main" val="1064059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106529-9EC0-4E05-9F3E-FAC5C70ED3C3}" type="slidenum">
              <a:rPr lang="en-GB" smtClean="0"/>
              <a:t>4</a:t>
            </a:fld>
            <a:endParaRPr lang="en-GB"/>
          </a:p>
        </p:txBody>
      </p:sp>
    </p:spTree>
    <p:extLst>
      <p:ext uri="{BB962C8B-B14F-4D97-AF65-F5344CB8AC3E}">
        <p14:creationId xmlns:p14="http://schemas.microsoft.com/office/powerpoint/2010/main" val="76281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EB978-080A-E3B3-5414-84AC7B70B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DF5D8-AA1A-0DD4-AC20-39FFCD0E4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574FA-C561-B0F5-A8F1-E6260EEBD01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00F74F5-B1BB-16B5-6B03-70FB642C4EA6}"/>
              </a:ext>
            </a:extLst>
          </p:cNvPr>
          <p:cNvSpPr>
            <a:spLocks noGrp="1"/>
          </p:cNvSpPr>
          <p:nvPr>
            <p:ph type="sldNum" sz="quarter" idx="5"/>
          </p:nvPr>
        </p:nvSpPr>
        <p:spPr/>
        <p:txBody>
          <a:bodyPr/>
          <a:lstStyle/>
          <a:p>
            <a:fld id="{4C106529-9EC0-4E05-9F3E-FAC5C70ED3C3}" type="slidenum">
              <a:rPr lang="en-GB" smtClean="0"/>
              <a:t>5</a:t>
            </a:fld>
            <a:endParaRPr lang="en-GB"/>
          </a:p>
        </p:txBody>
      </p:sp>
    </p:spTree>
    <p:extLst>
      <p:ext uri="{BB962C8B-B14F-4D97-AF65-F5344CB8AC3E}">
        <p14:creationId xmlns:p14="http://schemas.microsoft.com/office/powerpoint/2010/main" val="3260009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374A-3210-1DB4-C10F-E1D32813B8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6CBC694-B571-389F-A0FE-60DA5396D8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F65B415-F770-99A9-CBDF-C8FFA56C43E8}"/>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5" name="Footer Placeholder 4">
            <a:extLst>
              <a:ext uri="{FF2B5EF4-FFF2-40B4-BE49-F238E27FC236}">
                <a16:creationId xmlns:a16="http://schemas.microsoft.com/office/drawing/2014/main" id="{4BDCF257-D6D2-92AC-0C51-1EDDC0387B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762738-1758-91D2-D712-2F9C2F6E8E23}"/>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2547265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7F7CC-751D-BECC-42A7-6C5269E5787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98E6B77-68D1-3857-A61D-FF2F7C5A95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2D72889-67D4-1F45-312F-329E29ED458D}"/>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5" name="Footer Placeholder 4">
            <a:extLst>
              <a:ext uri="{FF2B5EF4-FFF2-40B4-BE49-F238E27FC236}">
                <a16:creationId xmlns:a16="http://schemas.microsoft.com/office/drawing/2014/main" id="{8B2D411F-A64D-198B-48E1-839839225F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8BDF10-EA1F-28B5-C841-35FB94853CF9}"/>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988890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5C0D9-5663-0927-9124-50AEDC9043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66ECE26-175A-4B52-59E4-CB0E2DAFF8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2C7D85-44AC-0FF8-87F8-8DB932EBAFA9}"/>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5" name="Footer Placeholder 4">
            <a:extLst>
              <a:ext uri="{FF2B5EF4-FFF2-40B4-BE49-F238E27FC236}">
                <a16:creationId xmlns:a16="http://schemas.microsoft.com/office/drawing/2014/main" id="{8F4634FC-2CF4-33A5-9B23-12CED38021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4C9048-8526-A10D-C1F4-D9A339729383}"/>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1394499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D0239-5B69-7FD4-4277-CC9E7794B84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C8541CE-53C1-B617-47C1-F497D305A0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C882133-944D-218B-F9A0-665EC6AB9A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D96334E-72BF-017C-D575-0595D48EAEBB}"/>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6" name="Footer Placeholder 5">
            <a:extLst>
              <a:ext uri="{FF2B5EF4-FFF2-40B4-BE49-F238E27FC236}">
                <a16:creationId xmlns:a16="http://schemas.microsoft.com/office/drawing/2014/main" id="{4ECC7A23-663E-BBAC-B672-FA15F17206C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5F02B1D-5736-164B-9111-C6A69E995CF0}"/>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1920449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35A06-52CE-A7A3-8BA4-0CEAC2145EE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87ACD6F-81B5-56DA-CE0A-EF8370F7A9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899AA2-DEF0-BF96-88AB-2A2F42D94D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78FF84F-46E4-0C65-7224-8DF366DB17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B05A2A-3AF8-44AF-F313-065A9BE7C8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3DAB6F0-FEEA-CC01-64A8-C3983ED174DA}"/>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8" name="Footer Placeholder 7">
            <a:extLst>
              <a:ext uri="{FF2B5EF4-FFF2-40B4-BE49-F238E27FC236}">
                <a16:creationId xmlns:a16="http://schemas.microsoft.com/office/drawing/2014/main" id="{AD04DC59-1B3A-3BDD-DDB3-AE1E7D0CEFF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25FDC4A-22C2-F0FD-B525-D008B8721721}"/>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2743484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0DF1E-A6D8-39D2-F090-61F4563AF08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7D8715D-256E-32DD-7E72-5795DD4F37FE}"/>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4" name="Footer Placeholder 3">
            <a:extLst>
              <a:ext uri="{FF2B5EF4-FFF2-40B4-BE49-F238E27FC236}">
                <a16:creationId xmlns:a16="http://schemas.microsoft.com/office/drawing/2014/main" id="{6319B4F9-44DB-36E9-2D95-DC45B1F0F50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2D7173-E086-B827-9D65-106AA2E4C396}"/>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1305411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7DC73-1AD0-C57B-7CF7-15CBD1DF0096}"/>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3" name="Footer Placeholder 2">
            <a:extLst>
              <a:ext uri="{FF2B5EF4-FFF2-40B4-BE49-F238E27FC236}">
                <a16:creationId xmlns:a16="http://schemas.microsoft.com/office/drawing/2014/main" id="{D287CD09-17B0-AA76-171F-D2E409F2DF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98D8959-957C-389D-B639-4F3AD49A50F5}"/>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2568401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0B812-9B16-1278-28DE-F50642657D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BA0A36B-6AEA-045D-841F-4D980CCACD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BA8E947-2B92-AEDA-370B-B9EE29B23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1DED02-CB28-8164-7B4D-4826B0B03A9A}"/>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6" name="Footer Placeholder 5">
            <a:extLst>
              <a:ext uri="{FF2B5EF4-FFF2-40B4-BE49-F238E27FC236}">
                <a16:creationId xmlns:a16="http://schemas.microsoft.com/office/drawing/2014/main" id="{053FA4A4-11D7-DC9D-7A0B-604C9E4182F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A82DB13-738E-A025-F3CD-7CACADB0E3C4}"/>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2016742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22927-18C3-ECE0-2B64-8B21A5E35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9F23FD4-13E8-1E0E-D2FD-B5D461AC52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DA421DA-9DD9-A20B-CDE0-46EEF943CD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8F435E-B8D7-4A6B-6CF7-ACE1658DD255}"/>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6" name="Footer Placeholder 5">
            <a:extLst>
              <a:ext uri="{FF2B5EF4-FFF2-40B4-BE49-F238E27FC236}">
                <a16:creationId xmlns:a16="http://schemas.microsoft.com/office/drawing/2014/main" id="{D25ADF61-B754-979C-6459-888FEE219D9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23D208-68C1-66A0-42AA-A336EC0D244D}"/>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2817370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F7F85-E4A8-6EBF-F8A8-1978E90250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937CDD6-BE5D-D227-472D-50C79957F0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CE1533B-88B4-2DD8-9B58-CAA5FC23072A}"/>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5" name="Footer Placeholder 4">
            <a:extLst>
              <a:ext uri="{FF2B5EF4-FFF2-40B4-BE49-F238E27FC236}">
                <a16:creationId xmlns:a16="http://schemas.microsoft.com/office/drawing/2014/main" id="{B9F584EA-3A33-FB0C-7184-7DD668627E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4D7891-9DAE-CE3B-F4DA-F922109F630B}"/>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2033997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5509A9-CF26-CC81-B61D-1FCD73EC5B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C5000F8-DB70-7473-CEBE-3D03886D55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0BF48A-5DFE-0F3F-8A53-2BCA42A614C2}"/>
              </a:ext>
            </a:extLst>
          </p:cNvPr>
          <p:cNvSpPr>
            <a:spLocks noGrp="1"/>
          </p:cNvSpPr>
          <p:nvPr>
            <p:ph type="dt" sz="half" idx="10"/>
          </p:nvPr>
        </p:nvSpPr>
        <p:spPr/>
        <p:txBody>
          <a:bodyPr/>
          <a:lstStyle/>
          <a:p>
            <a:fld id="{B5686D13-D009-4C8B-9D8E-FB9394C673EC}" type="datetimeFigureOut">
              <a:rPr lang="en-GB" smtClean="0"/>
              <a:t>23/08/2026</a:t>
            </a:fld>
            <a:endParaRPr lang="en-GB"/>
          </a:p>
        </p:txBody>
      </p:sp>
      <p:sp>
        <p:nvSpPr>
          <p:cNvPr id="5" name="Footer Placeholder 4">
            <a:extLst>
              <a:ext uri="{FF2B5EF4-FFF2-40B4-BE49-F238E27FC236}">
                <a16:creationId xmlns:a16="http://schemas.microsoft.com/office/drawing/2014/main" id="{C952C6A0-716D-F782-57DE-5094580B156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8D2CAF-0092-92F4-DD87-27B659F16F45}"/>
              </a:ext>
            </a:extLst>
          </p:cNvPr>
          <p:cNvSpPr>
            <a:spLocks noGrp="1"/>
          </p:cNvSpPr>
          <p:nvPr>
            <p:ph type="sldNum" sz="quarter" idx="12"/>
          </p:nvPr>
        </p:nvSpPr>
        <p:spPr/>
        <p:txBody>
          <a:bodyPr/>
          <a:lstStyle/>
          <a:p>
            <a:fld id="{556A3B55-910E-40F7-97EC-0677D6D53C76}" type="slidenum">
              <a:rPr lang="en-GB" smtClean="0"/>
              <a:t>‹#›</a:t>
            </a:fld>
            <a:endParaRPr lang="en-GB"/>
          </a:p>
        </p:txBody>
      </p:sp>
    </p:spTree>
    <p:extLst>
      <p:ext uri="{BB962C8B-B14F-4D97-AF65-F5344CB8AC3E}">
        <p14:creationId xmlns:p14="http://schemas.microsoft.com/office/powerpoint/2010/main" val="3294981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F221EE-5285-6BD0-B341-E49939605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FA4B205-A1DD-B85F-BF31-5BDFDF38F8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428AFC-97AB-791C-144C-46154112F1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686D13-D009-4C8B-9D8E-FB9394C673EC}" type="datetimeFigureOut">
              <a:rPr lang="en-GB" smtClean="0"/>
              <a:t>23/08/2026</a:t>
            </a:fld>
            <a:endParaRPr lang="en-GB"/>
          </a:p>
        </p:txBody>
      </p:sp>
      <p:sp>
        <p:nvSpPr>
          <p:cNvPr id="5" name="Footer Placeholder 4">
            <a:extLst>
              <a:ext uri="{FF2B5EF4-FFF2-40B4-BE49-F238E27FC236}">
                <a16:creationId xmlns:a16="http://schemas.microsoft.com/office/drawing/2014/main" id="{C2688CF9-C098-EE0D-3C71-3C8242216C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2E73BF8-1BEF-64EE-40A9-8B92C882A8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6A3B55-910E-40F7-97EC-0677D6D53C76}" type="slidenum">
              <a:rPr lang="en-GB" smtClean="0"/>
              <a:t>‹#›</a:t>
            </a:fld>
            <a:endParaRPr lang="en-GB"/>
          </a:p>
        </p:txBody>
      </p:sp>
    </p:spTree>
    <p:extLst>
      <p:ext uri="{BB962C8B-B14F-4D97-AF65-F5344CB8AC3E}">
        <p14:creationId xmlns:p14="http://schemas.microsoft.com/office/powerpoint/2010/main" val="1865814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6.fna&amp;_nc_gid=2A-bljR4FI7lUYvPBFwBjQ&amp;_nc_ss=7b2a8&amp;oh=00_AQG4IX2pudFsPAXib1I3ca3BD7IBk1isONi-77n124RN1w&amp;oe=6A8FC8F9"/><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fna&amp;_nc_gid=2A-bljR4FI7lUYvPBFwBjQ&amp;_nc_ss=7b2a8&amp;oh=00_AQG4IX2pudFsPAXib1I3ca3BD7IBk1isONi-77n124RN1w&amp;oe=6A8FC8F9"/><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fna&amp;_nc_gid=2A-bljR4FI7lUYvPBFwBjQ&amp;_nc_ss=7b2a8&amp;oh=00_AQG4IX2pudFsPAXib1I3ca3BD7IBk1isONi-77n124RN1w&amp;oe=6A8FC8F9"/><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0CCFC14-9986-AB40-4281-9037C63AF992}"/>
              </a:ext>
            </a:extLst>
          </p:cNvPr>
          <p:cNvSpPr/>
          <p:nvPr/>
        </p:nvSpPr>
        <p:spPr>
          <a:xfrm>
            <a:off x="0" y="1404256"/>
            <a:ext cx="12192000" cy="6565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 name="Picture 29">
            <a:extLst>
              <a:ext uri="{FF2B5EF4-FFF2-40B4-BE49-F238E27FC236}">
                <a16:creationId xmlns:a16="http://schemas.microsoft.com/office/drawing/2014/main" id="{B980CCF6-CF5D-A9D8-8120-A2FE31D95DD4}"/>
              </a:ext>
            </a:extLst>
          </p:cNvPr>
          <p:cNvPicPr>
            <a:picLocks noChangeAspect="1"/>
          </p:cNvPicPr>
          <p:nvPr/>
        </p:nvPicPr>
        <p:blipFill>
          <a:blip r:embed="rId2">
            <a:extLst>
              <a:ext uri="{28A0092B-C50C-407E-A947-70E740481C1C}">
                <a14:useLocalDpi xmlns:a14="http://schemas.microsoft.com/office/drawing/2010/main" val="0"/>
              </a:ext>
            </a:extLst>
          </a:blip>
          <a:srcRect t="10465" b="19228"/>
          <a:stretch>
            <a:fillRect/>
          </a:stretch>
        </p:blipFill>
        <p:spPr>
          <a:xfrm>
            <a:off x="0" y="1894478"/>
            <a:ext cx="12192000" cy="4963522"/>
          </a:xfrm>
          <a:prstGeom prst="rect">
            <a:avLst/>
          </a:prstGeom>
        </p:spPr>
      </p:pic>
      <p:sp>
        <p:nvSpPr>
          <p:cNvPr id="35" name="Graphic 31" descr="Caret Left with solid fill">
            <a:extLst>
              <a:ext uri="{FF2B5EF4-FFF2-40B4-BE49-F238E27FC236}">
                <a16:creationId xmlns:a16="http://schemas.microsoft.com/office/drawing/2014/main" id="{D4EBB7D3-F8B0-808C-FB68-F830C417C1F5}"/>
              </a:ext>
            </a:extLst>
          </p:cNvPr>
          <p:cNvSpPr/>
          <p:nvPr/>
        </p:nvSpPr>
        <p:spPr>
          <a:xfrm>
            <a:off x="129605" y="4182938"/>
            <a:ext cx="309505" cy="538229"/>
          </a:xfrm>
          <a:custGeom>
            <a:avLst/>
            <a:gdLst>
              <a:gd name="csX0" fmla="*/ 269081 w 309505"/>
              <a:gd name="csY0" fmla="*/ 538229 h 538229"/>
              <a:gd name="csX1" fmla="*/ 0 w 309505"/>
              <a:gd name="csY1" fmla="*/ 269091 h 538229"/>
              <a:gd name="csX2" fmla="*/ 269081 w 309505"/>
              <a:gd name="csY2" fmla="*/ 0 h 538229"/>
              <a:gd name="csX3" fmla="*/ 309496 w 309505"/>
              <a:gd name="csY3" fmla="*/ 40405 h 538229"/>
              <a:gd name="csX4" fmla="*/ 80810 w 309505"/>
              <a:gd name="csY4" fmla="*/ 269091 h 538229"/>
              <a:gd name="csX5" fmla="*/ 309505 w 309505"/>
              <a:gd name="csY5" fmla="*/ 497824 h 538229"/>
              <a:gd name="csX6" fmla="*/ 269081 w 309505"/>
              <a:gd name="csY6" fmla="*/ 538229 h 5382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chemeClr val="bg1"/>
          </a:solidFill>
          <a:ln w="9525" cap="flat">
            <a:noFill/>
            <a:prstDash val="solid"/>
            <a:miter/>
          </a:ln>
        </p:spPr>
        <p:txBody>
          <a:bodyPr/>
          <a:lstStyle/>
          <a:p>
            <a:endParaRPr lang="en-GB"/>
          </a:p>
        </p:txBody>
      </p:sp>
      <p:sp>
        <p:nvSpPr>
          <p:cNvPr id="36" name="Graphic 33" descr="Caret Right with solid fill">
            <a:extLst>
              <a:ext uri="{FF2B5EF4-FFF2-40B4-BE49-F238E27FC236}">
                <a16:creationId xmlns:a16="http://schemas.microsoft.com/office/drawing/2014/main" id="{BDFE38EF-8506-F1BB-2B95-33198431E892}"/>
              </a:ext>
            </a:extLst>
          </p:cNvPr>
          <p:cNvSpPr/>
          <p:nvPr/>
        </p:nvSpPr>
        <p:spPr>
          <a:xfrm>
            <a:off x="11704242" y="3990024"/>
            <a:ext cx="309505" cy="538229"/>
          </a:xfrm>
          <a:custGeom>
            <a:avLst/>
            <a:gdLst>
              <a:gd name="csX0" fmla="*/ 40424 w 309505"/>
              <a:gd name="csY0" fmla="*/ 538229 h 538229"/>
              <a:gd name="csX1" fmla="*/ 10 w 309505"/>
              <a:gd name="csY1" fmla="*/ 497824 h 538229"/>
              <a:gd name="csX2" fmla="*/ 228686 w 309505"/>
              <a:gd name="csY2" fmla="*/ 269148 h 538229"/>
              <a:gd name="csX3" fmla="*/ 0 w 309505"/>
              <a:gd name="csY3" fmla="*/ 40405 h 538229"/>
              <a:gd name="csX4" fmla="*/ 40415 w 309505"/>
              <a:gd name="csY4" fmla="*/ 0 h 538229"/>
              <a:gd name="csX5" fmla="*/ 309505 w 309505"/>
              <a:gd name="csY5" fmla="*/ 269148 h 538229"/>
              <a:gd name="csX6" fmla="*/ 40424 w 309505"/>
              <a:gd name="csY6" fmla="*/ 538229 h 5382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05" h="538229">
                <a:moveTo>
                  <a:pt x="40424" y="538229"/>
                </a:moveTo>
                <a:lnTo>
                  <a:pt x="10" y="497824"/>
                </a:lnTo>
                <a:lnTo>
                  <a:pt x="228686" y="269148"/>
                </a:lnTo>
                <a:lnTo>
                  <a:pt x="0" y="40405"/>
                </a:lnTo>
                <a:lnTo>
                  <a:pt x="40415" y="0"/>
                </a:lnTo>
                <a:lnTo>
                  <a:pt x="309505" y="269148"/>
                </a:lnTo>
                <a:lnTo>
                  <a:pt x="40424" y="538229"/>
                </a:lnTo>
                <a:close/>
              </a:path>
            </a:pathLst>
          </a:custGeom>
          <a:solidFill>
            <a:schemeClr val="bg1"/>
          </a:solidFill>
          <a:ln w="9525" cap="flat">
            <a:noFill/>
            <a:prstDash val="solid"/>
            <a:miter/>
          </a:ln>
        </p:spPr>
        <p:txBody>
          <a:bodyPr/>
          <a:lstStyle/>
          <a:p>
            <a:endParaRPr lang="en-GB" dirty="0"/>
          </a:p>
        </p:txBody>
      </p:sp>
      <p:grpSp>
        <p:nvGrpSpPr>
          <p:cNvPr id="5" name="Group 4">
            <a:extLst>
              <a:ext uri="{FF2B5EF4-FFF2-40B4-BE49-F238E27FC236}">
                <a16:creationId xmlns:a16="http://schemas.microsoft.com/office/drawing/2014/main" id="{65E7ADF2-40B8-E23B-5C1B-B033D065ECEC}"/>
              </a:ext>
            </a:extLst>
          </p:cNvPr>
          <p:cNvGrpSpPr/>
          <p:nvPr/>
        </p:nvGrpSpPr>
        <p:grpSpPr>
          <a:xfrm>
            <a:off x="0" y="-1"/>
            <a:ext cx="12192001" cy="1775203"/>
            <a:chOff x="0" y="-1"/>
            <a:chExt cx="12192001" cy="1775203"/>
          </a:xfrm>
        </p:grpSpPr>
        <p:sp>
          <p:nvSpPr>
            <p:cNvPr id="4" name="Rectangle 3">
              <a:extLst>
                <a:ext uri="{FF2B5EF4-FFF2-40B4-BE49-F238E27FC236}">
                  <a16:creationId xmlns:a16="http://schemas.microsoft.com/office/drawing/2014/main" id="{9F9723BA-A657-16C7-CCC9-979269293FD2}"/>
                </a:ext>
              </a:extLst>
            </p:cNvPr>
            <p:cNvSpPr/>
            <p:nvPr/>
          </p:nvSpPr>
          <p:spPr>
            <a:xfrm>
              <a:off x="0" y="-1"/>
              <a:ext cx="12192000" cy="1404257"/>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0" name="Group 19">
              <a:extLst>
                <a:ext uri="{FF2B5EF4-FFF2-40B4-BE49-F238E27FC236}">
                  <a16:creationId xmlns:a16="http://schemas.microsoft.com/office/drawing/2014/main" id="{6DF42DAD-AA0A-0DDA-0668-12B996278F0B}"/>
                </a:ext>
              </a:extLst>
            </p:cNvPr>
            <p:cNvGrpSpPr/>
            <p:nvPr/>
          </p:nvGrpSpPr>
          <p:grpSpPr>
            <a:xfrm>
              <a:off x="38572" y="314017"/>
              <a:ext cx="5908115" cy="707886"/>
              <a:chOff x="126847" y="309087"/>
              <a:chExt cx="5908115" cy="707886"/>
            </a:xfrm>
          </p:grpSpPr>
          <p:sp>
            <p:nvSpPr>
              <p:cNvPr id="7" name="TextBox 6">
                <a:extLst>
                  <a:ext uri="{FF2B5EF4-FFF2-40B4-BE49-F238E27FC236}">
                    <a16:creationId xmlns:a16="http://schemas.microsoft.com/office/drawing/2014/main" id="{1986AC53-83D8-75B9-EA21-1334E32DDA1D}"/>
                  </a:ext>
                </a:extLst>
              </p:cNvPr>
              <p:cNvSpPr txBox="1"/>
              <p:nvPr/>
            </p:nvSpPr>
            <p:spPr>
              <a:xfrm>
                <a:off x="1702448" y="309087"/>
                <a:ext cx="4332514" cy="707886"/>
              </a:xfrm>
              <a:prstGeom prst="rect">
                <a:avLst/>
              </a:prstGeom>
              <a:noFill/>
            </p:spPr>
            <p:txBody>
              <a:bodyPr wrap="square" rtlCol="0">
                <a:spAutoFit/>
              </a:bodyPr>
              <a:lstStyle/>
              <a:p>
                <a:r>
                  <a:rPr lang="en-US" sz="2000" b="1" dirty="0">
                    <a:solidFill>
                      <a:schemeClr val="bg1">
                        <a:lumMod val="95000"/>
                      </a:schemeClr>
                    </a:solidFill>
                    <a:latin typeface="Manrope"/>
                  </a:rPr>
                  <a:t>Come for Road Child </a:t>
                </a:r>
              </a:p>
              <a:p>
                <a:r>
                  <a:rPr lang="en-US" sz="2000" b="1" dirty="0">
                    <a:solidFill>
                      <a:schemeClr val="bg1">
                        <a:lumMod val="95000"/>
                      </a:schemeClr>
                    </a:solidFill>
                    <a:latin typeface="Manrope"/>
                  </a:rPr>
                  <a:t>GSTU Branch</a:t>
                </a:r>
                <a:endParaRPr lang="en-GB" sz="2000" b="1" dirty="0">
                  <a:solidFill>
                    <a:schemeClr val="bg1">
                      <a:lumMod val="95000"/>
                    </a:schemeClr>
                  </a:solidFill>
                  <a:latin typeface="Manrope"/>
                </a:endParaRPr>
              </a:p>
            </p:txBody>
          </p:sp>
          <p:pic>
            <p:nvPicPr>
              <p:cNvPr id="6" name="Picture 5">
                <a:extLst>
                  <a:ext uri="{FF2B5EF4-FFF2-40B4-BE49-F238E27FC236}">
                    <a16:creationId xmlns:a16="http://schemas.microsoft.com/office/drawing/2014/main" id="{48FE7027-DE7E-23AB-6030-0F72B2B197AD}"/>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888235" y="400082"/>
                <a:ext cx="571206" cy="571206"/>
              </a:xfrm>
              <a:prstGeom prst="rect">
                <a:avLst/>
              </a:prstGeom>
            </p:spPr>
          </p:pic>
          <p:sp>
            <p:nvSpPr>
              <p:cNvPr id="8" name="TextBox 7">
                <a:extLst>
                  <a:ext uri="{FF2B5EF4-FFF2-40B4-BE49-F238E27FC236}">
                    <a16:creationId xmlns:a16="http://schemas.microsoft.com/office/drawing/2014/main" id="{6CF0E3F0-1D12-5674-A448-D56867F7EE8D}"/>
                  </a:ext>
                </a:extLst>
              </p:cNvPr>
              <p:cNvSpPr txBox="1"/>
              <p:nvPr/>
            </p:nvSpPr>
            <p:spPr>
              <a:xfrm>
                <a:off x="126847" y="416265"/>
                <a:ext cx="909695" cy="461665"/>
              </a:xfrm>
              <a:prstGeom prst="rect">
                <a:avLst/>
              </a:prstGeom>
              <a:noFill/>
            </p:spPr>
            <p:txBody>
              <a:bodyPr wrap="square" rtlCol="0">
                <a:spAutoFit/>
              </a:bodyPr>
              <a:lstStyle/>
              <a:p>
                <a:r>
                  <a:rPr lang="en-US" sz="2400" b="1" dirty="0">
                    <a:solidFill>
                      <a:schemeClr val="bg1">
                        <a:lumMod val="95000"/>
                      </a:schemeClr>
                    </a:solidFill>
                    <a:latin typeface="Book Antiqua" panose="02040602050305030304" pitchFamily="18" charset="0"/>
                  </a:rPr>
                  <a:t>CRC</a:t>
                </a:r>
                <a:endParaRPr lang="en-GB" sz="2000" b="1" dirty="0">
                  <a:solidFill>
                    <a:schemeClr val="bg1">
                      <a:lumMod val="95000"/>
                    </a:schemeClr>
                  </a:solidFill>
                  <a:latin typeface="Book Antiqua" panose="02040602050305030304" pitchFamily="18" charset="0"/>
                </a:endParaRPr>
              </a:p>
            </p:txBody>
          </p:sp>
          <p:cxnSp>
            <p:nvCxnSpPr>
              <p:cNvPr id="10" name="Straight Connector 9">
                <a:extLst>
                  <a:ext uri="{FF2B5EF4-FFF2-40B4-BE49-F238E27FC236}">
                    <a16:creationId xmlns:a16="http://schemas.microsoft.com/office/drawing/2014/main" id="{9A2F9953-5330-CBDF-F44F-5F3D65184E90}"/>
                  </a:ext>
                </a:extLst>
              </p:cNvPr>
              <p:cNvCxnSpPr>
                <a:cxnSpLocks/>
              </p:cNvCxnSpPr>
              <p:nvPr/>
            </p:nvCxnSpPr>
            <p:spPr>
              <a:xfrm>
                <a:off x="1615921" y="390332"/>
                <a:ext cx="0" cy="580956"/>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grpSp>
        <p:sp>
          <p:nvSpPr>
            <p:cNvPr id="16" name="Rectangle: Rounded Corners 15">
              <a:extLst>
                <a:ext uri="{FF2B5EF4-FFF2-40B4-BE49-F238E27FC236}">
                  <a16:creationId xmlns:a16="http://schemas.microsoft.com/office/drawing/2014/main" id="{275E8C2C-36EE-99C4-4BDA-D5B9E5945B79}"/>
                </a:ext>
              </a:extLst>
            </p:cNvPr>
            <p:cNvSpPr/>
            <p:nvPr/>
          </p:nvSpPr>
          <p:spPr>
            <a:xfrm>
              <a:off x="10074079" y="490220"/>
              <a:ext cx="954269" cy="282671"/>
            </a:xfrm>
            <a:prstGeom prst="roundRect">
              <a:avLst>
                <a:gd name="adj" fmla="val 42754"/>
              </a:avLst>
            </a:prstGeom>
            <a:solidFill>
              <a:schemeClr val="bg2"/>
            </a:solidFill>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rPr>
                <a:t>Donate</a:t>
              </a:r>
              <a:endParaRPr lang="en-GB" sz="1400" b="1" dirty="0">
                <a:solidFill>
                  <a:srgbClr val="C00000"/>
                </a:solidFill>
              </a:endParaRPr>
            </a:p>
          </p:txBody>
        </p:sp>
        <p:sp>
          <p:nvSpPr>
            <p:cNvPr id="17" name="Rectangle 16">
              <a:extLst>
                <a:ext uri="{FF2B5EF4-FFF2-40B4-BE49-F238E27FC236}">
                  <a16:creationId xmlns:a16="http://schemas.microsoft.com/office/drawing/2014/main" id="{168EDEB4-50F7-7C1A-ED75-66832C0277A7}"/>
                </a:ext>
              </a:extLst>
            </p:cNvPr>
            <p:cNvSpPr/>
            <p:nvPr/>
          </p:nvSpPr>
          <p:spPr>
            <a:xfrm>
              <a:off x="9122226" y="508365"/>
              <a:ext cx="775981" cy="264526"/>
            </a:xfrm>
            <a:prstGeom prst="rect">
              <a:avLst/>
            </a:prstGeom>
            <a:noFill/>
            <a:ln>
              <a:solidFill>
                <a:schemeClr val="tx1">
                  <a:lumMod val="95000"/>
                  <a:lumOff val="5000"/>
                </a:schemeClr>
              </a:solid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Latest</a:t>
              </a:r>
              <a:r>
                <a:rPr lang="en-US" sz="1400" dirty="0"/>
                <a:t> </a:t>
              </a:r>
              <a:endParaRPr lang="en-GB" sz="1400" dirty="0"/>
            </a:p>
          </p:txBody>
        </p:sp>
        <p:sp>
          <p:nvSpPr>
            <p:cNvPr id="22" name="TextBox 21">
              <a:extLst>
                <a:ext uri="{FF2B5EF4-FFF2-40B4-BE49-F238E27FC236}">
                  <a16:creationId xmlns:a16="http://schemas.microsoft.com/office/drawing/2014/main" id="{52F8FF19-5986-198A-38FE-BE142C569B8A}"/>
                </a:ext>
              </a:extLst>
            </p:cNvPr>
            <p:cNvSpPr txBox="1"/>
            <p:nvPr/>
          </p:nvSpPr>
          <p:spPr>
            <a:xfrm>
              <a:off x="3543301" y="1482814"/>
              <a:ext cx="8648700" cy="292388"/>
            </a:xfrm>
            <a:prstGeom prst="rect">
              <a:avLst/>
            </a:prstGeom>
            <a:noFill/>
          </p:spPr>
          <p:txBody>
            <a:bodyPr wrap="square" rtlCol="0">
              <a:spAutoFit/>
            </a:bodyPr>
            <a:lstStyle/>
            <a:p>
              <a:r>
                <a:rPr lang="en-US" sz="1300" b="1" dirty="0">
                  <a:latin typeface="Arial" panose="020B0604020202020204" pitchFamily="34" charset="0"/>
                  <a:cs typeface="Arial" panose="020B0604020202020204" pitchFamily="34" charset="0"/>
                </a:rPr>
                <a:t>Happening Now       Who we are       </a:t>
              </a:r>
              <a:r>
                <a:rPr lang="en-GB" sz="1300" b="1" dirty="0">
                  <a:latin typeface="Arial" panose="020B0604020202020204" pitchFamily="34" charset="0"/>
                  <a:cs typeface="Arial" panose="020B0604020202020204" pitchFamily="34" charset="0"/>
                </a:rPr>
                <a:t>Our Work       Our People       Get involved       Resources &amp; Updates</a:t>
              </a:r>
            </a:p>
          </p:txBody>
        </p:sp>
        <p:pic>
          <p:nvPicPr>
            <p:cNvPr id="24" name="Graphic 23" descr="World with solid fill">
              <a:extLst>
                <a:ext uri="{FF2B5EF4-FFF2-40B4-BE49-F238E27FC236}">
                  <a16:creationId xmlns:a16="http://schemas.microsoft.com/office/drawing/2014/main" id="{5F7B437B-07F9-FA14-A9D2-96EEA95A93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80594" y="438206"/>
              <a:ext cx="365760" cy="365760"/>
            </a:xfrm>
            <a:prstGeom prst="rect">
              <a:avLst/>
            </a:prstGeom>
          </p:spPr>
        </p:pic>
        <p:sp>
          <p:nvSpPr>
            <p:cNvPr id="3" name="TextBox 2">
              <a:extLst>
                <a:ext uri="{FF2B5EF4-FFF2-40B4-BE49-F238E27FC236}">
                  <a16:creationId xmlns:a16="http://schemas.microsoft.com/office/drawing/2014/main" id="{95148CC6-93AA-78BB-A424-0BCC2C400B38}"/>
                </a:ext>
              </a:extLst>
            </p:cNvPr>
            <p:cNvSpPr txBox="1"/>
            <p:nvPr/>
          </p:nvSpPr>
          <p:spPr>
            <a:xfrm>
              <a:off x="11158973" y="454644"/>
              <a:ext cx="732608" cy="307777"/>
            </a:xfrm>
            <a:prstGeom prst="rect">
              <a:avLst/>
            </a:prstGeom>
            <a:noFill/>
            <a:ln w="3175">
              <a:solidFill>
                <a:schemeClr val="bg1">
                  <a:lumMod val="95000"/>
                </a:schemeClr>
              </a:solidFill>
            </a:ln>
          </p:spPr>
          <p:txBody>
            <a:bodyPr wrap="square" rtlCol="0">
              <a:spAutoFit/>
            </a:bodyPr>
            <a:lstStyle/>
            <a:p>
              <a:r>
                <a:rPr lang="en-US" sz="1400" dirty="0">
                  <a:solidFill>
                    <a:srgbClr val="C00000"/>
                  </a:solidFill>
                  <a:latin typeface="Arial" panose="020B0604020202020204" pitchFamily="34" charset="0"/>
                  <a:cs typeface="Arial" panose="020B0604020202020204" pitchFamily="34" charset="0"/>
                </a:rPr>
                <a:t>Sign in</a:t>
              </a:r>
              <a:endParaRPr lang="en-GB" sz="1400" dirty="0">
                <a:solidFill>
                  <a:srgbClr val="C0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118951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AD17A-B2DF-9857-73A0-E75573EC282A}"/>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8A545F3A-D9DC-ED1E-1C05-0162C63E7B52}"/>
              </a:ext>
            </a:extLst>
          </p:cNvPr>
          <p:cNvSpPr/>
          <p:nvPr/>
        </p:nvSpPr>
        <p:spPr>
          <a:xfrm>
            <a:off x="0" y="3387"/>
            <a:ext cx="12192000" cy="654398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 14">
            <a:extLst>
              <a:ext uri="{FF2B5EF4-FFF2-40B4-BE49-F238E27FC236}">
                <a16:creationId xmlns:a16="http://schemas.microsoft.com/office/drawing/2014/main" id="{6CC5D16C-AAA1-0737-4BE4-D1CF1C7F86C9}"/>
              </a:ext>
            </a:extLst>
          </p:cNvPr>
          <p:cNvGrpSpPr/>
          <p:nvPr/>
        </p:nvGrpSpPr>
        <p:grpSpPr>
          <a:xfrm>
            <a:off x="499265" y="1006890"/>
            <a:ext cx="1504794" cy="263390"/>
            <a:chOff x="567845" y="1075997"/>
            <a:chExt cx="1504794" cy="263390"/>
          </a:xfrm>
        </p:grpSpPr>
        <p:sp>
          <p:nvSpPr>
            <p:cNvPr id="36" name="Graphic 33" descr="Caret Right with solid fill">
              <a:extLst>
                <a:ext uri="{FF2B5EF4-FFF2-40B4-BE49-F238E27FC236}">
                  <a16:creationId xmlns:a16="http://schemas.microsoft.com/office/drawing/2014/main" id="{72492C58-4A8C-C705-946D-E161F8B9CA2A}"/>
                </a:ext>
              </a:extLst>
            </p:cNvPr>
            <p:cNvSpPr/>
            <p:nvPr/>
          </p:nvSpPr>
          <p:spPr>
            <a:xfrm>
              <a:off x="849630" y="1163502"/>
              <a:ext cx="91440" cy="70912"/>
            </a:xfrm>
            <a:custGeom>
              <a:avLst/>
              <a:gdLst>
                <a:gd name="csX0" fmla="*/ 40424 w 309505"/>
                <a:gd name="csY0" fmla="*/ 538229 h 538229"/>
                <a:gd name="csX1" fmla="*/ 10 w 309505"/>
                <a:gd name="csY1" fmla="*/ 497824 h 538229"/>
                <a:gd name="csX2" fmla="*/ 228686 w 309505"/>
                <a:gd name="csY2" fmla="*/ 269148 h 538229"/>
                <a:gd name="csX3" fmla="*/ 0 w 309505"/>
                <a:gd name="csY3" fmla="*/ 40405 h 538229"/>
                <a:gd name="csX4" fmla="*/ 40415 w 309505"/>
                <a:gd name="csY4" fmla="*/ 0 h 538229"/>
                <a:gd name="csX5" fmla="*/ 309505 w 309505"/>
                <a:gd name="csY5" fmla="*/ 269148 h 538229"/>
                <a:gd name="csX6" fmla="*/ 40424 w 309505"/>
                <a:gd name="csY6" fmla="*/ 538229 h 5382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05" h="538229">
                  <a:moveTo>
                    <a:pt x="40424" y="538229"/>
                  </a:moveTo>
                  <a:lnTo>
                    <a:pt x="10" y="497824"/>
                  </a:lnTo>
                  <a:lnTo>
                    <a:pt x="228686" y="269148"/>
                  </a:lnTo>
                  <a:lnTo>
                    <a:pt x="0" y="40405"/>
                  </a:lnTo>
                  <a:lnTo>
                    <a:pt x="40415" y="0"/>
                  </a:lnTo>
                  <a:lnTo>
                    <a:pt x="309505" y="269148"/>
                  </a:lnTo>
                  <a:lnTo>
                    <a:pt x="40424" y="538229"/>
                  </a:lnTo>
                  <a:close/>
                </a:path>
              </a:pathLst>
            </a:custGeom>
            <a:solidFill>
              <a:schemeClr val="tx1">
                <a:lumMod val="50000"/>
                <a:lumOff val="50000"/>
              </a:schemeClr>
            </a:solidFill>
            <a:ln w="9525" cap="flat">
              <a:noFill/>
              <a:prstDash val="solid"/>
              <a:miter/>
            </a:ln>
          </p:spPr>
          <p:txBody>
            <a:bodyPr/>
            <a:lstStyle/>
            <a:p>
              <a:endParaRPr lang="en-GB" dirty="0"/>
            </a:p>
          </p:txBody>
        </p:sp>
        <p:pic>
          <p:nvPicPr>
            <p:cNvPr id="11" name="Graphic 10" descr="Home outline">
              <a:extLst>
                <a:ext uri="{FF2B5EF4-FFF2-40B4-BE49-F238E27FC236}">
                  <a16:creationId xmlns:a16="http://schemas.microsoft.com/office/drawing/2014/main" id="{20BB5BFA-D645-A191-B4DA-012A81AB6C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7845" y="1075997"/>
              <a:ext cx="202213" cy="202213"/>
            </a:xfrm>
            <a:prstGeom prst="rect">
              <a:avLst/>
            </a:prstGeom>
          </p:spPr>
        </p:pic>
        <p:sp>
          <p:nvSpPr>
            <p:cNvPr id="12" name="TextBox 11">
              <a:extLst>
                <a:ext uri="{FF2B5EF4-FFF2-40B4-BE49-F238E27FC236}">
                  <a16:creationId xmlns:a16="http://schemas.microsoft.com/office/drawing/2014/main" id="{0BF4DCF6-6C29-1D16-7BDC-C260C967D3FA}"/>
                </a:ext>
              </a:extLst>
            </p:cNvPr>
            <p:cNvSpPr txBox="1"/>
            <p:nvPr/>
          </p:nvSpPr>
          <p:spPr>
            <a:xfrm>
              <a:off x="951228" y="1077777"/>
              <a:ext cx="1121411"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Who we are</a:t>
              </a:r>
              <a:endParaRPr lang="en-GB" sz="1100" b="1" dirty="0">
                <a:latin typeface="Arial" panose="020B0604020202020204" pitchFamily="34" charset="0"/>
                <a:cs typeface="Arial" panose="020B0604020202020204" pitchFamily="34" charset="0"/>
              </a:endParaRPr>
            </a:p>
          </p:txBody>
        </p:sp>
      </p:grpSp>
      <p:graphicFrame>
        <p:nvGraphicFramePr>
          <p:cNvPr id="28" name="Table 27">
            <a:extLst>
              <a:ext uri="{FF2B5EF4-FFF2-40B4-BE49-F238E27FC236}">
                <a16:creationId xmlns:a16="http://schemas.microsoft.com/office/drawing/2014/main" id="{716E9E12-0CCC-AC7D-09AA-65DE0203D182}"/>
              </a:ext>
            </a:extLst>
          </p:cNvPr>
          <p:cNvGraphicFramePr>
            <a:graphicFrameLocks noGrp="1"/>
          </p:cNvGraphicFramePr>
          <p:nvPr>
            <p:extLst>
              <p:ext uri="{D42A27DB-BD31-4B8C-83A1-F6EECF244321}">
                <p14:modId xmlns:p14="http://schemas.microsoft.com/office/powerpoint/2010/main" val="1000084774"/>
              </p:ext>
            </p:extLst>
          </p:nvPr>
        </p:nvGraphicFramePr>
        <p:xfrm>
          <a:off x="461295" y="2647549"/>
          <a:ext cx="7692236" cy="3402754"/>
        </p:xfrm>
        <a:graphic>
          <a:graphicData uri="http://schemas.openxmlformats.org/drawingml/2006/table">
            <a:tbl>
              <a:tblPr firstRow="1" bandRow="1">
                <a:tableStyleId>{5940675A-B579-460E-94D1-54222C63F5DA}</a:tableStyleId>
              </a:tblPr>
              <a:tblGrid>
                <a:gridCol w="1763058">
                  <a:extLst>
                    <a:ext uri="{9D8B030D-6E8A-4147-A177-3AD203B41FA5}">
                      <a16:colId xmlns:a16="http://schemas.microsoft.com/office/drawing/2014/main" val="3793369800"/>
                    </a:ext>
                  </a:extLst>
                </a:gridCol>
                <a:gridCol w="1954309">
                  <a:extLst>
                    <a:ext uri="{9D8B030D-6E8A-4147-A177-3AD203B41FA5}">
                      <a16:colId xmlns:a16="http://schemas.microsoft.com/office/drawing/2014/main" val="294194955"/>
                    </a:ext>
                  </a:extLst>
                </a:gridCol>
                <a:gridCol w="1651427">
                  <a:extLst>
                    <a:ext uri="{9D8B030D-6E8A-4147-A177-3AD203B41FA5}">
                      <a16:colId xmlns:a16="http://schemas.microsoft.com/office/drawing/2014/main" val="2857327925"/>
                    </a:ext>
                  </a:extLst>
                </a:gridCol>
                <a:gridCol w="2323442">
                  <a:extLst>
                    <a:ext uri="{9D8B030D-6E8A-4147-A177-3AD203B41FA5}">
                      <a16:colId xmlns:a16="http://schemas.microsoft.com/office/drawing/2014/main" val="324126378"/>
                    </a:ext>
                  </a:extLst>
                </a:gridCol>
              </a:tblGrid>
              <a:tr h="3402754">
                <a:tc>
                  <a:txBody>
                    <a:bodyPr/>
                    <a:lstStyle/>
                    <a:p>
                      <a:pPr marL="0" lvl="1">
                        <a:lnSpc>
                          <a:spcPct val="200000"/>
                        </a:lnSpc>
                        <a:spcAft>
                          <a:spcPts val="1200"/>
                        </a:spcAft>
                      </a:pPr>
                      <a:r>
                        <a:rPr lang="en-GB" sz="1300" b="1" dirty="0">
                          <a:latin typeface="Arial" panose="020B0604020202020204" pitchFamily="34" charset="0"/>
                          <a:cs typeface="Arial" panose="020B0604020202020204" pitchFamily="34" charset="0"/>
                        </a:rPr>
                        <a:t>About</a:t>
                      </a:r>
                      <a:endParaRPr lang="en-GB" sz="1300" dirty="0">
                        <a:latin typeface="Arial" panose="020B0604020202020204" pitchFamily="34" charset="0"/>
                        <a:cs typeface="Arial" panose="020B0604020202020204" pitchFamily="34" charset="0"/>
                      </a:endParaRPr>
                    </a:p>
                    <a:p>
                      <a:pPr marL="0" lvl="1">
                        <a:lnSpc>
                          <a:spcPct val="200000"/>
                        </a:lnSpc>
                      </a:pPr>
                      <a:r>
                        <a:rPr lang="en-GB" sz="1300" dirty="0">
                          <a:latin typeface="Arial" panose="020B0604020202020204" pitchFamily="34" charset="0"/>
                          <a:cs typeface="Arial" panose="020B0604020202020204" pitchFamily="34" charset="0"/>
                        </a:rPr>
                        <a:t>Principles</a:t>
                      </a:r>
                    </a:p>
                    <a:p>
                      <a:pPr marL="0" lvl="1">
                        <a:lnSpc>
                          <a:spcPct val="200000"/>
                        </a:lnSpc>
                      </a:pPr>
                      <a:r>
                        <a:rPr lang="en-GB" sz="1300" dirty="0">
                          <a:latin typeface="Arial" panose="020B0604020202020204" pitchFamily="34" charset="0"/>
                          <a:cs typeface="Arial" panose="020B0604020202020204" pitchFamily="34" charset="0"/>
                        </a:rPr>
                        <a:t>Vision and mission</a:t>
                      </a:r>
                    </a:p>
                    <a:p>
                      <a:pPr marL="0" lvl="1">
                        <a:lnSpc>
                          <a:spcPct val="200000"/>
                        </a:lnSpc>
                      </a:pPr>
                      <a:r>
                        <a:rPr lang="en-GB" sz="1300" dirty="0">
                          <a:latin typeface="Arial" panose="020B0604020202020204" pitchFamily="34" charset="0"/>
                          <a:cs typeface="Arial" panose="020B0604020202020204" pitchFamily="34" charset="0"/>
                        </a:rPr>
                        <a:t>Objectives</a:t>
                      </a:r>
                    </a:p>
                    <a:p>
                      <a:pPr marL="0" lvl="1">
                        <a:lnSpc>
                          <a:spcPct val="200000"/>
                        </a:lnSpc>
                      </a:pPr>
                      <a:r>
                        <a:rPr lang="en-GB" sz="1300" dirty="0">
                          <a:latin typeface="Arial" panose="020B0604020202020204" pitchFamily="34" charset="0"/>
                          <a:cs typeface="Arial" panose="020B0604020202020204" pitchFamily="34" charset="0"/>
                        </a:rPr>
                        <a:t>Mode of Action</a:t>
                      </a:r>
                    </a:p>
                    <a:p>
                      <a:pPr marL="0" lvl="1">
                        <a:lnSpc>
                          <a:spcPct val="200000"/>
                        </a:lnSpc>
                      </a:pPr>
                      <a:r>
                        <a:rPr lang="en-GB" sz="1300" dirty="0">
                          <a:latin typeface="Arial" panose="020B0604020202020204" pitchFamily="34" charset="0"/>
                          <a:cs typeface="Arial" panose="020B0604020202020204" pitchFamily="34" charset="0"/>
                        </a:rPr>
                        <a:t>Achievements</a:t>
                      </a:r>
                    </a:p>
                    <a:p>
                      <a:pPr>
                        <a:lnSpc>
                          <a:spcPct val="200000"/>
                        </a:lnSpc>
                      </a:pPr>
                      <a:endParaRPr lang="en-GB" sz="13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1">
                        <a:lnSpc>
                          <a:spcPct val="200000"/>
                        </a:lnSpc>
                        <a:spcAft>
                          <a:spcPts val="1200"/>
                        </a:spcAft>
                      </a:pPr>
                      <a:r>
                        <a:rPr lang="en-US" sz="1300" b="1" dirty="0">
                          <a:latin typeface="Arial" panose="020B0604020202020204" pitchFamily="34" charset="0"/>
                          <a:cs typeface="Arial" panose="020B0604020202020204" pitchFamily="34" charset="0"/>
                        </a:rPr>
                        <a:t>Our history</a:t>
                      </a:r>
                      <a:endParaRPr lang="en-US" sz="1300" dirty="0">
                        <a:latin typeface="Arial" panose="020B0604020202020204" pitchFamily="34" charset="0"/>
                        <a:cs typeface="Arial" panose="020B0604020202020204" pitchFamily="34" charset="0"/>
                      </a:endParaRPr>
                    </a:p>
                    <a:p>
                      <a:pPr marL="0" lvl="1">
                        <a:lnSpc>
                          <a:spcPct val="200000"/>
                        </a:lnSpc>
                      </a:pPr>
                      <a:r>
                        <a:rPr lang="en-US" sz="1300" dirty="0">
                          <a:latin typeface="Arial" panose="020B0604020202020204" pitchFamily="34" charset="0"/>
                          <a:cs typeface="Arial" panose="020B0604020202020204" pitchFamily="34" charset="0"/>
                        </a:rPr>
                        <a:t>How we founded </a:t>
                      </a:r>
                    </a:p>
                    <a:p>
                      <a:pPr marL="0" lvl="1">
                        <a:lnSpc>
                          <a:spcPct val="200000"/>
                        </a:lnSpc>
                      </a:pPr>
                      <a:r>
                        <a:rPr lang="en-US" sz="1300" dirty="0">
                          <a:latin typeface="Arial" panose="020B0604020202020204" pitchFamily="34" charset="0"/>
                          <a:cs typeface="Arial" panose="020B0604020202020204" pitchFamily="34" charset="0"/>
                        </a:rPr>
                        <a:t>Leadership over years</a:t>
                      </a:r>
                    </a:p>
                    <a:p>
                      <a:pPr>
                        <a:lnSpc>
                          <a:spcPct val="200000"/>
                        </a:lnSpc>
                      </a:pPr>
                      <a:endParaRPr lang="en-GB" sz="13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nSpc>
                          <a:spcPct val="200000"/>
                        </a:lnSpc>
                        <a:spcAft>
                          <a:spcPts val="1200"/>
                        </a:spcAft>
                      </a:pPr>
                      <a:r>
                        <a:rPr lang="en-US" sz="1300" b="1" dirty="0">
                          <a:latin typeface="Arial" panose="020B0604020202020204" pitchFamily="34" charset="0"/>
                          <a:cs typeface="Arial" panose="020B0604020202020204" pitchFamily="34" charset="0"/>
                        </a:rPr>
                        <a:t>How we run </a:t>
                      </a:r>
                    </a:p>
                    <a:p>
                      <a:pPr lvl="0">
                        <a:lnSpc>
                          <a:spcPct val="200000"/>
                        </a:lnSpc>
                      </a:pPr>
                      <a:r>
                        <a:rPr lang="en-US" sz="1300" dirty="0">
                          <a:latin typeface="Arial" panose="020B0604020202020204" pitchFamily="34" charset="0"/>
                          <a:cs typeface="Arial" panose="020B0604020202020204" pitchFamily="34" charset="0"/>
                        </a:rPr>
                        <a:t>Finance </a:t>
                      </a:r>
                    </a:p>
                    <a:p>
                      <a:pPr lvl="0">
                        <a:lnSpc>
                          <a:spcPct val="200000"/>
                        </a:lnSpc>
                      </a:pPr>
                      <a:r>
                        <a:rPr lang="en-US" sz="1300" dirty="0">
                          <a:latin typeface="Arial" panose="020B0604020202020204" pitchFamily="34" charset="0"/>
                          <a:cs typeface="Arial" panose="020B0604020202020204" pitchFamily="34" charset="0"/>
                        </a:rPr>
                        <a:t>Governance </a:t>
                      </a:r>
                      <a:endParaRPr lang="en-GB" sz="1300" dirty="0">
                        <a:latin typeface="Arial" panose="020B0604020202020204" pitchFamily="34" charset="0"/>
                        <a:cs typeface="Arial" panose="020B0604020202020204" pitchFamily="34" charset="0"/>
                      </a:endParaRPr>
                    </a:p>
                    <a:p>
                      <a:pPr>
                        <a:lnSpc>
                          <a:spcPct val="200000"/>
                        </a:lnSpc>
                      </a:pPr>
                      <a:endParaRPr lang="en-GB" sz="13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nSpc>
                          <a:spcPct val="200000"/>
                        </a:lnSpc>
                        <a:spcAft>
                          <a:spcPts val="1200"/>
                        </a:spcAft>
                      </a:pPr>
                      <a:r>
                        <a:rPr lang="en-US" sz="1300" b="1" dirty="0">
                          <a:latin typeface="Arial" panose="020B0604020202020204" pitchFamily="34" charset="0"/>
                          <a:cs typeface="Arial" panose="020B0604020202020204" pitchFamily="34" charset="0"/>
                        </a:rPr>
                        <a:t>Identity</a:t>
                      </a:r>
                    </a:p>
                    <a:p>
                      <a:pPr lvl="0">
                        <a:lnSpc>
                          <a:spcPct val="200000"/>
                        </a:lnSpc>
                      </a:pPr>
                      <a:r>
                        <a:rPr lang="en-US" sz="1300" dirty="0">
                          <a:latin typeface="Arial" panose="020B0604020202020204" pitchFamily="34" charset="0"/>
                          <a:cs typeface="Arial" panose="020B0604020202020204" pitchFamily="34" charset="0"/>
                        </a:rPr>
                        <a:t>Symbol &amp; Flag</a:t>
                      </a:r>
                    </a:p>
                    <a:p>
                      <a:pPr lvl="0">
                        <a:lnSpc>
                          <a:spcPct val="200000"/>
                        </a:lnSpc>
                      </a:pPr>
                      <a:r>
                        <a:rPr lang="en-US" sz="1300" dirty="0">
                          <a:latin typeface="Arial" panose="020B0604020202020204" pitchFamily="34" charset="0"/>
                          <a:cs typeface="Arial" panose="020B0604020202020204" pitchFamily="34" charset="0"/>
                        </a:rPr>
                        <a:t>Slogan</a:t>
                      </a:r>
                    </a:p>
                    <a:p>
                      <a:pPr lvl="0">
                        <a:lnSpc>
                          <a:spcPct val="200000"/>
                        </a:lnSpc>
                      </a:pPr>
                      <a:r>
                        <a:rPr lang="en-US" sz="1300" dirty="0">
                          <a:latin typeface="Arial" panose="020B0604020202020204" pitchFamily="34" charset="0"/>
                          <a:cs typeface="Arial" panose="020B0604020202020204" pitchFamily="34" charset="0"/>
                        </a:rPr>
                        <a:t>Motto</a:t>
                      </a:r>
                    </a:p>
                    <a:p>
                      <a:pPr lvl="0">
                        <a:lnSpc>
                          <a:spcPct val="200000"/>
                        </a:lnSpc>
                      </a:pPr>
                      <a:r>
                        <a:rPr lang="en-US" sz="1300" dirty="0">
                          <a:latin typeface="Arial" panose="020B0604020202020204" pitchFamily="34" charset="0"/>
                          <a:cs typeface="Arial" panose="020B0604020202020204" pitchFamily="34" charset="0"/>
                        </a:rPr>
                        <a:t> </a:t>
                      </a:r>
                      <a:endParaRPr lang="en-GB" sz="13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50000"/>
                        </a:lnSpc>
                        <a:spcBef>
                          <a:spcPts val="0"/>
                        </a:spcBef>
                        <a:spcAft>
                          <a:spcPts val="1200"/>
                        </a:spcAft>
                        <a:buClrTx/>
                        <a:buSzTx/>
                        <a:buFontTx/>
                        <a:buNone/>
                        <a:tabLst/>
                        <a:defRPr/>
                      </a:pPr>
                      <a:endParaRPr lang="en-US" sz="13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4197706"/>
                  </a:ext>
                </a:extLst>
              </a:tr>
            </a:tbl>
          </a:graphicData>
        </a:graphic>
      </p:graphicFrame>
      <p:grpSp>
        <p:nvGrpSpPr>
          <p:cNvPr id="42" name="Group 41">
            <a:extLst>
              <a:ext uri="{FF2B5EF4-FFF2-40B4-BE49-F238E27FC236}">
                <a16:creationId xmlns:a16="http://schemas.microsoft.com/office/drawing/2014/main" id="{0D99F03D-9822-7CE9-0945-573C50D7F09C}"/>
              </a:ext>
            </a:extLst>
          </p:cNvPr>
          <p:cNvGrpSpPr/>
          <p:nvPr/>
        </p:nvGrpSpPr>
        <p:grpSpPr>
          <a:xfrm>
            <a:off x="8438633" y="2472516"/>
            <a:ext cx="2720340" cy="3784593"/>
            <a:chOff x="8475423" y="1670578"/>
            <a:chExt cx="2720340" cy="4082518"/>
          </a:xfrm>
        </p:grpSpPr>
        <p:grpSp>
          <p:nvGrpSpPr>
            <p:cNvPr id="40" name="Group 39">
              <a:extLst>
                <a:ext uri="{FF2B5EF4-FFF2-40B4-BE49-F238E27FC236}">
                  <a16:creationId xmlns:a16="http://schemas.microsoft.com/office/drawing/2014/main" id="{00BBF737-0CE4-9139-0C2B-A3A381EB09B3}"/>
                </a:ext>
              </a:extLst>
            </p:cNvPr>
            <p:cNvGrpSpPr/>
            <p:nvPr/>
          </p:nvGrpSpPr>
          <p:grpSpPr>
            <a:xfrm>
              <a:off x="8475423" y="1670578"/>
              <a:ext cx="2720340" cy="4082518"/>
              <a:chOff x="8475423" y="1670578"/>
              <a:chExt cx="2720340" cy="3928355"/>
            </a:xfrm>
          </p:grpSpPr>
          <p:sp>
            <p:nvSpPr>
              <p:cNvPr id="32" name="TextBox 31">
                <a:extLst>
                  <a:ext uri="{FF2B5EF4-FFF2-40B4-BE49-F238E27FC236}">
                    <a16:creationId xmlns:a16="http://schemas.microsoft.com/office/drawing/2014/main" id="{F022A9BD-990D-0420-33A3-1FD19D0A88FB}"/>
                  </a:ext>
                </a:extLst>
              </p:cNvPr>
              <p:cNvSpPr txBox="1"/>
              <p:nvPr/>
            </p:nvSpPr>
            <p:spPr>
              <a:xfrm>
                <a:off x="8475423" y="1670578"/>
                <a:ext cx="2720340"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Fundamental Principles</a:t>
                </a:r>
                <a:endParaRPr lang="en-GB" sz="1400" b="1" dirty="0">
                  <a:latin typeface="Arial" panose="020B0604020202020204" pitchFamily="34" charset="0"/>
                  <a:cs typeface="Arial" panose="020B0604020202020204" pitchFamily="34" charset="0"/>
                </a:endParaRPr>
              </a:p>
            </p:txBody>
          </p:sp>
          <p:grpSp>
            <p:nvGrpSpPr>
              <p:cNvPr id="39" name="Group 38">
                <a:extLst>
                  <a:ext uri="{FF2B5EF4-FFF2-40B4-BE49-F238E27FC236}">
                    <a16:creationId xmlns:a16="http://schemas.microsoft.com/office/drawing/2014/main" id="{DC35DFDD-1F2B-BB6F-9EDD-6DECA8FD37CA}"/>
                  </a:ext>
                </a:extLst>
              </p:cNvPr>
              <p:cNvGrpSpPr/>
              <p:nvPr/>
            </p:nvGrpSpPr>
            <p:grpSpPr>
              <a:xfrm>
                <a:off x="8572999" y="2025917"/>
                <a:ext cx="2381095" cy="3573016"/>
                <a:chOff x="8572999" y="2025917"/>
                <a:chExt cx="2381095" cy="3573016"/>
              </a:xfrm>
            </p:grpSpPr>
            <p:sp>
              <p:nvSpPr>
                <p:cNvPr id="31" name="Rectangle 30">
                  <a:extLst>
                    <a:ext uri="{FF2B5EF4-FFF2-40B4-BE49-F238E27FC236}">
                      <a16:creationId xmlns:a16="http://schemas.microsoft.com/office/drawing/2014/main" id="{03220379-B3BD-33BB-FC23-AD3ADBC6B7C1}"/>
                    </a:ext>
                  </a:extLst>
                </p:cNvPr>
                <p:cNvSpPr/>
                <p:nvPr/>
              </p:nvSpPr>
              <p:spPr>
                <a:xfrm>
                  <a:off x="8572999" y="2196188"/>
                  <a:ext cx="2381095" cy="340274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958A78C4-D9CA-0826-6F7B-AF840A25A026}"/>
                    </a:ext>
                  </a:extLst>
                </p:cNvPr>
                <p:cNvSpPr txBox="1"/>
                <p:nvPr/>
              </p:nvSpPr>
              <p:spPr>
                <a:xfrm>
                  <a:off x="8690766" y="2503939"/>
                  <a:ext cx="1885794" cy="1021883"/>
                </a:xfrm>
                <a:prstGeom prst="rect">
                  <a:avLst/>
                </a:prstGeom>
                <a:noFill/>
              </p:spPr>
              <p:txBody>
                <a:bodyPr wrap="square" rtlCol="0">
                  <a:spAutoFit/>
                </a:bodyPr>
                <a:lstStyle/>
                <a:p>
                  <a:pPr>
                    <a:lnSpc>
                      <a:spcPct val="150000"/>
                    </a:lnSpc>
                  </a:pPr>
                  <a:r>
                    <a:rPr lang="en-US" sz="1400" b="1" dirty="0">
                      <a:solidFill>
                        <a:schemeClr val="bg1"/>
                      </a:solidFill>
                      <a:latin typeface="Arial" panose="020B0604020202020204" pitchFamily="34" charset="0"/>
                      <a:cs typeface="Arial" panose="020B0604020202020204" pitchFamily="34" charset="0"/>
                    </a:rPr>
                    <a:t>Fundamental Principles</a:t>
                  </a:r>
                  <a:r>
                    <a:rPr lang="en-GB" sz="1400" b="1" dirty="0">
                      <a:solidFill>
                        <a:schemeClr val="bg1"/>
                      </a:solidFill>
                      <a:latin typeface="Arial" panose="020B0604020202020204" pitchFamily="34" charset="0"/>
                      <a:cs typeface="Arial" panose="020B0604020202020204" pitchFamily="34" charset="0"/>
                    </a:rPr>
                    <a:t> of Come for Road Child</a:t>
                  </a:r>
                </a:p>
              </p:txBody>
            </p:sp>
            <p:sp>
              <p:nvSpPr>
                <p:cNvPr id="34" name="Right Triangle 33">
                  <a:extLst>
                    <a:ext uri="{FF2B5EF4-FFF2-40B4-BE49-F238E27FC236}">
                      <a16:creationId xmlns:a16="http://schemas.microsoft.com/office/drawing/2014/main" id="{42C5CDC1-A2DD-BC99-4BE0-4712337B1C60}"/>
                    </a:ext>
                  </a:extLst>
                </p:cNvPr>
                <p:cNvSpPr/>
                <p:nvPr/>
              </p:nvSpPr>
              <p:spPr>
                <a:xfrm rot="18879486">
                  <a:off x="9619451" y="2029019"/>
                  <a:ext cx="324893" cy="318689"/>
                </a:xfrm>
                <a:prstGeom prst="r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4D1B986F-E5D8-8C81-9724-F9F9AADC9B7B}"/>
                    </a:ext>
                  </a:extLst>
                </p:cNvPr>
                <p:cNvSpPr txBox="1"/>
                <p:nvPr/>
              </p:nvSpPr>
              <p:spPr>
                <a:xfrm>
                  <a:off x="9355533" y="5142924"/>
                  <a:ext cx="960120" cy="276999"/>
                </a:xfrm>
                <a:prstGeom prst="rect">
                  <a:avLst/>
                </a:prstGeom>
                <a:noFill/>
                <a:ln>
                  <a:solidFill>
                    <a:srgbClr val="C00000"/>
                  </a:solidFill>
                </a:ln>
                <a:effectLst>
                  <a:glow rad="63500">
                    <a:schemeClr val="accent1">
                      <a:satMod val="175000"/>
                      <a:alpha val="40000"/>
                    </a:schemeClr>
                  </a:glow>
                </a:effectLst>
              </p:spPr>
              <p:txBody>
                <a:bodyPr wrap="square" rtlCol="0">
                  <a:spAutoFit/>
                </a:bodyPr>
                <a:lstStyle/>
                <a:p>
                  <a:r>
                    <a:rPr lang="en-US" sz="1200" dirty="0">
                      <a:solidFill>
                        <a:srgbClr val="002060"/>
                      </a:solidFill>
                      <a:latin typeface="Arial" panose="020B0604020202020204" pitchFamily="34" charset="0"/>
                      <a:cs typeface="Arial" panose="020B0604020202020204" pitchFamily="34" charset="0"/>
                    </a:rPr>
                    <a:t>Learn More </a:t>
                  </a:r>
                  <a:endParaRPr lang="en-GB" sz="1200" dirty="0">
                    <a:solidFill>
                      <a:srgbClr val="002060"/>
                    </a:solidFill>
                    <a:latin typeface="Arial" panose="020B0604020202020204" pitchFamily="34" charset="0"/>
                    <a:cs typeface="Arial" panose="020B0604020202020204" pitchFamily="34" charset="0"/>
                  </a:endParaRPr>
                </a:p>
              </p:txBody>
            </p:sp>
          </p:grpSp>
        </p:grpSp>
        <p:pic>
          <p:nvPicPr>
            <p:cNvPr id="41" name="Picture 40" descr="Fundamental Principles | IFRC">
              <a:extLst>
                <a:ext uri="{FF2B5EF4-FFF2-40B4-BE49-F238E27FC236}">
                  <a16:creationId xmlns:a16="http://schemas.microsoft.com/office/drawing/2014/main" id="{48195CEA-8486-041F-5D4A-864F74229F54}"/>
                </a:ext>
              </a:extLst>
            </p:cNvPr>
            <p:cNvPicPr>
              <a:picLocks noChangeAspect="1"/>
            </p:cNvPicPr>
            <p:nvPr/>
          </p:nvPicPr>
          <p:blipFill>
            <a:blip r:embed="rId3"/>
            <a:stretch>
              <a:fillRect/>
            </a:stretch>
          </p:blipFill>
          <p:spPr>
            <a:xfrm>
              <a:off x="9204960" y="3673664"/>
              <a:ext cx="1261266" cy="1261266"/>
            </a:xfrm>
            <a:prstGeom prst="rect">
              <a:avLst/>
            </a:prstGeom>
          </p:spPr>
        </p:pic>
      </p:grpSp>
      <p:sp>
        <p:nvSpPr>
          <p:cNvPr id="24" name="Rectangle 23">
            <a:extLst>
              <a:ext uri="{FF2B5EF4-FFF2-40B4-BE49-F238E27FC236}">
                <a16:creationId xmlns:a16="http://schemas.microsoft.com/office/drawing/2014/main" id="{FCD7FB52-DFFF-290B-B55C-A872AF80FA70}"/>
              </a:ext>
            </a:extLst>
          </p:cNvPr>
          <p:cNvSpPr/>
          <p:nvPr/>
        </p:nvSpPr>
        <p:spPr>
          <a:xfrm>
            <a:off x="0" y="1404256"/>
            <a:ext cx="12192000" cy="399008"/>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a:extLst>
              <a:ext uri="{FF2B5EF4-FFF2-40B4-BE49-F238E27FC236}">
                <a16:creationId xmlns:a16="http://schemas.microsoft.com/office/drawing/2014/main" id="{193DE37C-8BC4-3153-1BD4-EAA6170551A9}"/>
              </a:ext>
            </a:extLst>
          </p:cNvPr>
          <p:cNvGrpSpPr/>
          <p:nvPr/>
        </p:nvGrpSpPr>
        <p:grpSpPr>
          <a:xfrm>
            <a:off x="0" y="-1"/>
            <a:ext cx="12192001" cy="1775203"/>
            <a:chOff x="0" y="-1"/>
            <a:chExt cx="12192001" cy="1775203"/>
          </a:xfrm>
        </p:grpSpPr>
        <p:sp>
          <p:nvSpPr>
            <p:cNvPr id="3" name="Rectangle 2">
              <a:extLst>
                <a:ext uri="{FF2B5EF4-FFF2-40B4-BE49-F238E27FC236}">
                  <a16:creationId xmlns:a16="http://schemas.microsoft.com/office/drawing/2014/main" id="{BE16F6BC-C7FB-045F-C5DF-9EB74828B5D8}"/>
                </a:ext>
              </a:extLst>
            </p:cNvPr>
            <p:cNvSpPr/>
            <p:nvPr/>
          </p:nvSpPr>
          <p:spPr>
            <a:xfrm>
              <a:off x="0" y="-1"/>
              <a:ext cx="12192000" cy="1404257"/>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4" name="Group 3">
              <a:extLst>
                <a:ext uri="{FF2B5EF4-FFF2-40B4-BE49-F238E27FC236}">
                  <a16:creationId xmlns:a16="http://schemas.microsoft.com/office/drawing/2014/main" id="{8E577938-6118-F44A-63C8-75C1D91A46DB}"/>
                </a:ext>
              </a:extLst>
            </p:cNvPr>
            <p:cNvGrpSpPr/>
            <p:nvPr/>
          </p:nvGrpSpPr>
          <p:grpSpPr>
            <a:xfrm>
              <a:off x="38572" y="314017"/>
              <a:ext cx="5908115" cy="707886"/>
              <a:chOff x="126847" y="309087"/>
              <a:chExt cx="5908115" cy="707886"/>
            </a:xfrm>
          </p:grpSpPr>
          <p:sp>
            <p:nvSpPr>
              <p:cNvPr id="16" name="TextBox 15">
                <a:extLst>
                  <a:ext uri="{FF2B5EF4-FFF2-40B4-BE49-F238E27FC236}">
                    <a16:creationId xmlns:a16="http://schemas.microsoft.com/office/drawing/2014/main" id="{CFDC2FD8-4C3A-6384-E6A6-AD188336D12C}"/>
                  </a:ext>
                </a:extLst>
              </p:cNvPr>
              <p:cNvSpPr txBox="1"/>
              <p:nvPr/>
            </p:nvSpPr>
            <p:spPr>
              <a:xfrm>
                <a:off x="1702448" y="309087"/>
                <a:ext cx="4332514" cy="707886"/>
              </a:xfrm>
              <a:prstGeom prst="rect">
                <a:avLst/>
              </a:prstGeom>
              <a:noFill/>
            </p:spPr>
            <p:txBody>
              <a:bodyPr wrap="square" rtlCol="0">
                <a:spAutoFit/>
              </a:bodyPr>
              <a:lstStyle/>
              <a:p>
                <a:r>
                  <a:rPr lang="en-US" sz="2000" b="1" dirty="0">
                    <a:solidFill>
                      <a:schemeClr val="bg1">
                        <a:lumMod val="95000"/>
                      </a:schemeClr>
                    </a:solidFill>
                    <a:latin typeface="Manrope"/>
                  </a:rPr>
                  <a:t>Come for Road Child </a:t>
                </a:r>
              </a:p>
              <a:p>
                <a:r>
                  <a:rPr lang="en-US" sz="2000" b="1" dirty="0">
                    <a:solidFill>
                      <a:schemeClr val="bg1">
                        <a:lumMod val="95000"/>
                      </a:schemeClr>
                    </a:solidFill>
                    <a:latin typeface="Manrope"/>
                  </a:rPr>
                  <a:t>GSTU Branch</a:t>
                </a:r>
                <a:endParaRPr lang="en-GB" sz="2000" b="1" dirty="0">
                  <a:solidFill>
                    <a:schemeClr val="bg1">
                      <a:lumMod val="95000"/>
                    </a:schemeClr>
                  </a:solidFill>
                  <a:latin typeface="Manrope"/>
                </a:endParaRPr>
              </a:p>
            </p:txBody>
          </p:sp>
          <p:pic>
            <p:nvPicPr>
              <p:cNvPr id="17" name="Picture 16">
                <a:extLst>
                  <a:ext uri="{FF2B5EF4-FFF2-40B4-BE49-F238E27FC236}">
                    <a16:creationId xmlns:a16="http://schemas.microsoft.com/office/drawing/2014/main" id="{269B0868-8B81-2506-0C2E-22388C5AD376}"/>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888235" y="400082"/>
                <a:ext cx="571206" cy="571206"/>
              </a:xfrm>
              <a:prstGeom prst="rect">
                <a:avLst/>
              </a:prstGeom>
            </p:spPr>
          </p:pic>
          <p:sp>
            <p:nvSpPr>
              <p:cNvPr id="18" name="TextBox 17">
                <a:extLst>
                  <a:ext uri="{FF2B5EF4-FFF2-40B4-BE49-F238E27FC236}">
                    <a16:creationId xmlns:a16="http://schemas.microsoft.com/office/drawing/2014/main" id="{2F1A7FD7-701F-559D-ADB7-DAFBCADD6E79}"/>
                  </a:ext>
                </a:extLst>
              </p:cNvPr>
              <p:cNvSpPr txBox="1"/>
              <p:nvPr/>
            </p:nvSpPr>
            <p:spPr>
              <a:xfrm>
                <a:off x="126847" y="416265"/>
                <a:ext cx="909695" cy="461665"/>
              </a:xfrm>
              <a:prstGeom prst="rect">
                <a:avLst/>
              </a:prstGeom>
              <a:noFill/>
            </p:spPr>
            <p:txBody>
              <a:bodyPr wrap="square" rtlCol="0">
                <a:spAutoFit/>
              </a:bodyPr>
              <a:lstStyle/>
              <a:p>
                <a:r>
                  <a:rPr lang="en-US" sz="2400" b="1" dirty="0">
                    <a:solidFill>
                      <a:schemeClr val="bg1">
                        <a:lumMod val="95000"/>
                      </a:schemeClr>
                    </a:solidFill>
                    <a:latin typeface="Book Antiqua" panose="02040602050305030304" pitchFamily="18" charset="0"/>
                  </a:rPr>
                  <a:t>CRC</a:t>
                </a:r>
                <a:endParaRPr lang="en-GB" sz="2000" b="1" dirty="0">
                  <a:solidFill>
                    <a:schemeClr val="bg1">
                      <a:lumMod val="95000"/>
                    </a:schemeClr>
                  </a:solidFill>
                  <a:latin typeface="Book Antiqua" panose="02040602050305030304" pitchFamily="18" charset="0"/>
                </a:endParaRPr>
              </a:p>
            </p:txBody>
          </p:sp>
          <p:cxnSp>
            <p:nvCxnSpPr>
              <p:cNvPr id="23" name="Straight Connector 22">
                <a:extLst>
                  <a:ext uri="{FF2B5EF4-FFF2-40B4-BE49-F238E27FC236}">
                    <a16:creationId xmlns:a16="http://schemas.microsoft.com/office/drawing/2014/main" id="{3AA97B34-D824-8190-4E9B-4CEDD5B6F659}"/>
                  </a:ext>
                </a:extLst>
              </p:cNvPr>
              <p:cNvCxnSpPr>
                <a:cxnSpLocks/>
              </p:cNvCxnSpPr>
              <p:nvPr/>
            </p:nvCxnSpPr>
            <p:spPr>
              <a:xfrm>
                <a:off x="1615921" y="390332"/>
                <a:ext cx="0" cy="580956"/>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grpSp>
        <p:sp>
          <p:nvSpPr>
            <p:cNvPr id="8" name="Rectangle: Rounded Corners 7">
              <a:extLst>
                <a:ext uri="{FF2B5EF4-FFF2-40B4-BE49-F238E27FC236}">
                  <a16:creationId xmlns:a16="http://schemas.microsoft.com/office/drawing/2014/main" id="{E3E74886-0442-02D4-76DC-01169CE7F19E}"/>
                </a:ext>
              </a:extLst>
            </p:cNvPr>
            <p:cNvSpPr/>
            <p:nvPr/>
          </p:nvSpPr>
          <p:spPr>
            <a:xfrm>
              <a:off x="10074079" y="490220"/>
              <a:ext cx="954269" cy="282671"/>
            </a:xfrm>
            <a:prstGeom prst="roundRect">
              <a:avLst>
                <a:gd name="adj" fmla="val 42754"/>
              </a:avLst>
            </a:prstGeom>
            <a:solidFill>
              <a:schemeClr val="bg2"/>
            </a:solidFill>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rPr>
                <a:t>Donate</a:t>
              </a:r>
              <a:endParaRPr lang="en-GB" sz="1400" b="1" dirty="0">
                <a:solidFill>
                  <a:srgbClr val="C00000"/>
                </a:solidFill>
              </a:endParaRPr>
            </a:p>
          </p:txBody>
        </p:sp>
        <p:sp>
          <p:nvSpPr>
            <p:cNvPr id="9" name="Rectangle 8">
              <a:extLst>
                <a:ext uri="{FF2B5EF4-FFF2-40B4-BE49-F238E27FC236}">
                  <a16:creationId xmlns:a16="http://schemas.microsoft.com/office/drawing/2014/main" id="{B8C8C4FC-C9AC-6FE4-87FB-D7FDD14BC385}"/>
                </a:ext>
              </a:extLst>
            </p:cNvPr>
            <p:cNvSpPr/>
            <p:nvPr/>
          </p:nvSpPr>
          <p:spPr>
            <a:xfrm>
              <a:off x="9122226" y="508365"/>
              <a:ext cx="775981" cy="264526"/>
            </a:xfrm>
            <a:prstGeom prst="rect">
              <a:avLst/>
            </a:prstGeom>
            <a:noFill/>
            <a:ln>
              <a:solidFill>
                <a:schemeClr val="tx1">
                  <a:lumMod val="95000"/>
                  <a:lumOff val="5000"/>
                </a:schemeClr>
              </a:solid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Latest</a:t>
              </a:r>
              <a:r>
                <a:rPr lang="en-US" sz="1400" dirty="0"/>
                <a:t> </a:t>
              </a:r>
              <a:endParaRPr lang="en-GB" sz="1400" dirty="0"/>
            </a:p>
          </p:txBody>
        </p:sp>
        <p:sp>
          <p:nvSpPr>
            <p:cNvPr id="10" name="TextBox 9">
              <a:extLst>
                <a:ext uri="{FF2B5EF4-FFF2-40B4-BE49-F238E27FC236}">
                  <a16:creationId xmlns:a16="http://schemas.microsoft.com/office/drawing/2014/main" id="{366752C8-BC10-9006-D71E-8A685CE9043C}"/>
                </a:ext>
              </a:extLst>
            </p:cNvPr>
            <p:cNvSpPr txBox="1"/>
            <p:nvPr/>
          </p:nvSpPr>
          <p:spPr>
            <a:xfrm>
              <a:off x="3810001" y="1482814"/>
              <a:ext cx="8382000" cy="292388"/>
            </a:xfrm>
            <a:prstGeom prst="rect">
              <a:avLst/>
            </a:prstGeom>
            <a:noFill/>
          </p:spPr>
          <p:txBody>
            <a:bodyPr wrap="square" rtlCol="0">
              <a:spAutoFit/>
            </a:bodyPr>
            <a:lstStyle/>
            <a:p>
              <a:r>
                <a:rPr lang="en-US" sz="1300" b="1" dirty="0">
                  <a:latin typeface="Arial" panose="020B0604020202020204" pitchFamily="34" charset="0"/>
                  <a:cs typeface="Arial" panose="020B0604020202020204" pitchFamily="34" charset="0"/>
                </a:rPr>
                <a:t>Happening Now       </a:t>
              </a:r>
              <a:r>
                <a:rPr lang="en-US" sz="1300" b="1" dirty="0">
                  <a:solidFill>
                    <a:srgbClr val="FF0000"/>
                  </a:solidFill>
                  <a:latin typeface="Arial" panose="020B0604020202020204" pitchFamily="34" charset="0"/>
                  <a:cs typeface="Arial" panose="020B0604020202020204" pitchFamily="34" charset="0"/>
                </a:rPr>
                <a:t>Who we are</a:t>
              </a:r>
              <a:r>
                <a:rPr lang="en-US" sz="1300" b="1" dirty="0">
                  <a:latin typeface="Arial" panose="020B0604020202020204" pitchFamily="34" charset="0"/>
                  <a:cs typeface="Arial" panose="020B0604020202020204" pitchFamily="34" charset="0"/>
                </a:rPr>
                <a:t>       </a:t>
              </a:r>
              <a:r>
                <a:rPr lang="en-GB" sz="1300" b="1" dirty="0">
                  <a:latin typeface="Arial" panose="020B0604020202020204" pitchFamily="34" charset="0"/>
                  <a:cs typeface="Arial" panose="020B0604020202020204" pitchFamily="34" charset="0"/>
                </a:rPr>
                <a:t>Our Work       Our People       Get involved       Resources &amp; Updates</a:t>
              </a:r>
            </a:p>
          </p:txBody>
        </p:sp>
        <p:pic>
          <p:nvPicPr>
            <p:cNvPr id="13" name="Graphic 12" descr="World with solid fill">
              <a:extLst>
                <a:ext uri="{FF2B5EF4-FFF2-40B4-BE49-F238E27FC236}">
                  <a16:creationId xmlns:a16="http://schemas.microsoft.com/office/drawing/2014/main" id="{5FA1AEC9-8BD5-A3E5-2C7B-BCE78C9B52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80594" y="438206"/>
              <a:ext cx="365760" cy="365760"/>
            </a:xfrm>
            <a:prstGeom prst="rect">
              <a:avLst/>
            </a:prstGeom>
          </p:spPr>
        </p:pic>
        <p:sp>
          <p:nvSpPr>
            <p:cNvPr id="14" name="TextBox 13">
              <a:extLst>
                <a:ext uri="{FF2B5EF4-FFF2-40B4-BE49-F238E27FC236}">
                  <a16:creationId xmlns:a16="http://schemas.microsoft.com/office/drawing/2014/main" id="{E2F56150-2F69-8B70-CA7A-169025E8E3AC}"/>
                </a:ext>
              </a:extLst>
            </p:cNvPr>
            <p:cNvSpPr txBox="1"/>
            <p:nvPr/>
          </p:nvSpPr>
          <p:spPr>
            <a:xfrm>
              <a:off x="11158973" y="454644"/>
              <a:ext cx="732608" cy="307777"/>
            </a:xfrm>
            <a:prstGeom prst="rect">
              <a:avLst/>
            </a:prstGeom>
            <a:noFill/>
            <a:ln w="3175">
              <a:solidFill>
                <a:schemeClr val="bg1">
                  <a:lumMod val="95000"/>
                </a:schemeClr>
              </a:solidFill>
            </a:ln>
          </p:spPr>
          <p:txBody>
            <a:bodyPr wrap="square" rtlCol="0">
              <a:spAutoFit/>
            </a:bodyPr>
            <a:lstStyle/>
            <a:p>
              <a:r>
                <a:rPr lang="en-US" sz="1400" dirty="0">
                  <a:solidFill>
                    <a:srgbClr val="C00000"/>
                  </a:solidFill>
                  <a:latin typeface="Arial" panose="020B0604020202020204" pitchFamily="34" charset="0"/>
                  <a:cs typeface="Arial" panose="020B0604020202020204" pitchFamily="34" charset="0"/>
                </a:rPr>
                <a:t>Sign in</a:t>
              </a:r>
              <a:endParaRPr lang="en-GB" sz="1400" dirty="0">
                <a:solidFill>
                  <a:srgbClr val="C00000"/>
                </a:solidFill>
                <a:latin typeface="Arial" panose="020B0604020202020204" pitchFamily="34" charset="0"/>
                <a:cs typeface="Arial" panose="020B0604020202020204" pitchFamily="34" charset="0"/>
              </a:endParaRPr>
            </a:p>
          </p:txBody>
        </p:sp>
      </p:grpSp>
      <p:sp>
        <p:nvSpPr>
          <p:cNvPr id="25" name="TextBox 24">
            <a:extLst>
              <a:ext uri="{FF2B5EF4-FFF2-40B4-BE49-F238E27FC236}">
                <a16:creationId xmlns:a16="http://schemas.microsoft.com/office/drawing/2014/main" id="{E8E6B7CF-CC25-9560-552B-9ED593311A5B}"/>
              </a:ext>
            </a:extLst>
          </p:cNvPr>
          <p:cNvSpPr txBox="1"/>
          <p:nvPr/>
        </p:nvSpPr>
        <p:spPr>
          <a:xfrm>
            <a:off x="456587" y="2060637"/>
            <a:ext cx="1152879" cy="292388"/>
          </a:xfrm>
          <a:prstGeom prst="rect">
            <a:avLst/>
          </a:prstGeom>
          <a:noFill/>
        </p:spPr>
        <p:txBody>
          <a:bodyPr wrap="square" rtlCol="0">
            <a:spAutoFit/>
          </a:bodyPr>
          <a:lstStyle/>
          <a:p>
            <a:r>
              <a:rPr lang="en-US" sz="1300" b="1" dirty="0">
                <a:latin typeface="Arial" panose="020B0604020202020204" pitchFamily="34" charset="0"/>
                <a:cs typeface="Arial" panose="020B0604020202020204" pitchFamily="34" charset="0"/>
              </a:rPr>
              <a:t>Who we are </a:t>
            </a:r>
            <a:endParaRPr lang="en-GB" sz="1300" dirty="0"/>
          </a:p>
        </p:txBody>
      </p:sp>
      <p:sp>
        <p:nvSpPr>
          <p:cNvPr id="27" name="Graphic 33" descr="Caret Right with solid fill">
            <a:extLst>
              <a:ext uri="{FF2B5EF4-FFF2-40B4-BE49-F238E27FC236}">
                <a16:creationId xmlns:a16="http://schemas.microsoft.com/office/drawing/2014/main" id="{D8AC0997-A049-7ABA-A027-ABF1386B7731}"/>
              </a:ext>
            </a:extLst>
          </p:cNvPr>
          <p:cNvSpPr/>
          <p:nvPr/>
        </p:nvSpPr>
        <p:spPr>
          <a:xfrm>
            <a:off x="1522733" y="2177629"/>
            <a:ext cx="91440" cy="70912"/>
          </a:xfrm>
          <a:custGeom>
            <a:avLst/>
            <a:gdLst>
              <a:gd name="csX0" fmla="*/ 40424 w 309505"/>
              <a:gd name="csY0" fmla="*/ 538229 h 538229"/>
              <a:gd name="csX1" fmla="*/ 10 w 309505"/>
              <a:gd name="csY1" fmla="*/ 497824 h 538229"/>
              <a:gd name="csX2" fmla="*/ 228686 w 309505"/>
              <a:gd name="csY2" fmla="*/ 269148 h 538229"/>
              <a:gd name="csX3" fmla="*/ 0 w 309505"/>
              <a:gd name="csY3" fmla="*/ 40405 h 538229"/>
              <a:gd name="csX4" fmla="*/ 40415 w 309505"/>
              <a:gd name="csY4" fmla="*/ 0 h 538229"/>
              <a:gd name="csX5" fmla="*/ 309505 w 309505"/>
              <a:gd name="csY5" fmla="*/ 269148 h 538229"/>
              <a:gd name="csX6" fmla="*/ 40424 w 309505"/>
              <a:gd name="csY6" fmla="*/ 538229 h 5382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05" h="538229">
                <a:moveTo>
                  <a:pt x="40424" y="538229"/>
                </a:moveTo>
                <a:lnTo>
                  <a:pt x="10" y="497824"/>
                </a:lnTo>
                <a:lnTo>
                  <a:pt x="228686" y="269148"/>
                </a:lnTo>
                <a:lnTo>
                  <a:pt x="0" y="40405"/>
                </a:lnTo>
                <a:lnTo>
                  <a:pt x="40415" y="0"/>
                </a:lnTo>
                <a:lnTo>
                  <a:pt x="309505" y="269148"/>
                </a:lnTo>
                <a:lnTo>
                  <a:pt x="40424" y="538229"/>
                </a:lnTo>
                <a:close/>
              </a:path>
            </a:pathLst>
          </a:custGeom>
          <a:solidFill>
            <a:schemeClr val="tx1">
              <a:lumMod val="50000"/>
              <a:lumOff val="50000"/>
            </a:schemeClr>
          </a:solidFill>
          <a:ln w="9525" cap="flat">
            <a:noFill/>
            <a:prstDash val="solid"/>
            <a:miter/>
          </a:ln>
        </p:spPr>
        <p:txBody>
          <a:bodyPr/>
          <a:lstStyle/>
          <a:p>
            <a:endParaRPr lang="en-GB" dirty="0"/>
          </a:p>
        </p:txBody>
      </p:sp>
      <p:cxnSp>
        <p:nvCxnSpPr>
          <p:cNvPr id="30" name="Straight Connector 29">
            <a:extLst>
              <a:ext uri="{FF2B5EF4-FFF2-40B4-BE49-F238E27FC236}">
                <a16:creationId xmlns:a16="http://schemas.microsoft.com/office/drawing/2014/main" id="{6B1223C5-F16B-3EFB-D888-3CB780C77D1F}"/>
              </a:ext>
            </a:extLst>
          </p:cNvPr>
          <p:cNvCxnSpPr>
            <a:cxnSpLocks/>
          </p:cNvCxnSpPr>
          <p:nvPr/>
        </p:nvCxnSpPr>
        <p:spPr>
          <a:xfrm>
            <a:off x="5448300" y="1775202"/>
            <a:ext cx="960120" cy="0"/>
          </a:xfrm>
          <a:prstGeom prst="line">
            <a:avLst/>
          </a:prstGeom>
          <a:ln w="28575"/>
        </p:spPr>
        <p:style>
          <a:lnRef idx="3">
            <a:schemeClr val="accent4"/>
          </a:lnRef>
          <a:fillRef idx="0">
            <a:schemeClr val="accent4"/>
          </a:fillRef>
          <a:effectRef idx="2">
            <a:schemeClr val="accent4"/>
          </a:effectRef>
          <a:fontRef idx="minor">
            <a:schemeClr val="tx1"/>
          </a:fontRef>
        </p:style>
      </p:cxnSp>
      <p:cxnSp>
        <p:nvCxnSpPr>
          <p:cNvPr id="43" name="Straight Connector 42">
            <a:extLst>
              <a:ext uri="{FF2B5EF4-FFF2-40B4-BE49-F238E27FC236}">
                <a16:creationId xmlns:a16="http://schemas.microsoft.com/office/drawing/2014/main" id="{5BF036CC-81CF-3333-4493-FCDC8D82968C}"/>
              </a:ext>
            </a:extLst>
          </p:cNvPr>
          <p:cNvCxnSpPr/>
          <p:nvPr/>
        </p:nvCxnSpPr>
        <p:spPr>
          <a:xfrm>
            <a:off x="0" y="1788024"/>
            <a:ext cx="12192000" cy="0"/>
          </a:xfrm>
          <a:prstGeom prst="line">
            <a:avLst/>
          </a:prstGeom>
          <a:ln w="9525"/>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520260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6DC9C-7686-6879-C557-2B15E640331C}"/>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29B8FD12-3D62-3C13-15DA-F8A6B47022F2}"/>
              </a:ext>
            </a:extLst>
          </p:cNvPr>
          <p:cNvSpPr/>
          <p:nvPr/>
        </p:nvSpPr>
        <p:spPr>
          <a:xfrm>
            <a:off x="0" y="0"/>
            <a:ext cx="1219200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0" name="Group 19">
            <a:extLst>
              <a:ext uri="{FF2B5EF4-FFF2-40B4-BE49-F238E27FC236}">
                <a16:creationId xmlns:a16="http://schemas.microsoft.com/office/drawing/2014/main" id="{830AC5F2-EDF4-67DE-9835-0392932424FC}"/>
              </a:ext>
            </a:extLst>
          </p:cNvPr>
          <p:cNvGrpSpPr/>
          <p:nvPr/>
        </p:nvGrpSpPr>
        <p:grpSpPr>
          <a:xfrm>
            <a:off x="333006" y="222805"/>
            <a:ext cx="2181794" cy="584775"/>
            <a:chOff x="-911288" y="-681557"/>
            <a:chExt cx="2201073" cy="559131"/>
          </a:xfrm>
        </p:grpSpPr>
        <p:sp>
          <p:nvSpPr>
            <p:cNvPr id="7" name="TextBox 6">
              <a:extLst>
                <a:ext uri="{FF2B5EF4-FFF2-40B4-BE49-F238E27FC236}">
                  <a16:creationId xmlns:a16="http://schemas.microsoft.com/office/drawing/2014/main" id="{9E080273-2AE8-98C5-3065-8124E010ACCA}"/>
                </a:ext>
              </a:extLst>
            </p:cNvPr>
            <p:cNvSpPr txBox="1"/>
            <p:nvPr/>
          </p:nvSpPr>
          <p:spPr>
            <a:xfrm>
              <a:off x="-448814" y="-681557"/>
              <a:ext cx="1738599" cy="559131"/>
            </a:xfrm>
            <a:prstGeom prst="rect">
              <a:avLst/>
            </a:prstGeom>
            <a:noFill/>
          </p:spPr>
          <p:txBody>
            <a:bodyPr wrap="square" rtlCol="0">
              <a:spAutoFit/>
            </a:bodyPr>
            <a:lstStyle/>
            <a:p>
              <a:r>
                <a:rPr lang="en-US" sz="1600" b="1" dirty="0">
                  <a:solidFill>
                    <a:srgbClr val="00B0F0"/>
                  </a:solidFill>
                  <a:latin typeface="Manrope"/>
                </a:rPr>
                <a:t>CRC</a:t>
              </a:r>
            </a:p>
            <a:p>
              <a:r>
                <a:rPr lang="en-US" sz="1600" b="1" dirty="0">
                  <a:solidFill>
                    <a:srgbClr val="00B0F0"/>
                  </a:solidFill>
                  <a:latin typeface="Manrope"/>
                </a:rPr>
                <a:t>GSTU</a:t>
              </a:r>
              <a:endParaRPr lang="en-GB" sz="1600" b="1" dirty="0">
                <a:solidFill>
                  <a:srgbClr val="00B0F0"/>
                </a:solidFill>
                <a:latin typeface="Manrope"/>
              </a:endParaRPr>
            </a:p>
          </p:txBody>
        </p:sp>
        <p:pic>
          <p:nvPicPr>
            <p:cNvPr id="6" name="Picture 5">
              <a:extLst>
                <a:ext uri="{FF2B5EF4-FFF2-40B4-BE49-F238E27FC236}">
                  <a16:creationId xmlns:a16="http://schemas.microsoft.com/office/drawing/2014/main" id="{62F57653-2553-0243-6CF1-941215A69725}"/>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911288" y="-639681"/>
              <a:ext cx="462474" cy="462473"/>
            </a:xfrm>
            <a:prstGeom prst="rect">
              <a:avLst/>
            </a:prstGeom>
          </p:spPr>
        </p:pic>
      </p:grpSp>
      <p:sp>
        <p:nvSpPr>
          <p:cNvPr id="22" name="TextBox 21">
            <a:extLst>
              <a:ext uri="{FF2B5EF4-FFF2-40B4-BE49-F238E27FC236}">
                <a16:creationId xmlns:a16="http://schemas.microsoft.com/office/drawing/2014/main" id="{56A86857-CF11-3E5C-A054-0B909031ABA7}"/>
              </a:ext>
            </a:extLst>
          </p:cNvPr>
          <p:cNvSpPr txBox="1"/>
          <p:nvPr/>
        </p:nvSpPr>
        <p:spPr>
          <a:xfrm>
            <a:off x="2004059" y="486723"/>
            <a:ext cx="8950035" cy="292388"/>
          </a:xfrm>
          <a:prstGeom prst="rect">
            <a:avLst/>
          </a:prstGeom>
          <a:noFill/>
        </p:spPr>
        <p:txBody>
          <a:bodyPr wrap="square" rtlCol="0">
            <a:spAutoFit/>
          </a:bodyPr>
          <a:lstStyle/>
          <a:p>
            <a:r>
              <a:rPr lang="en-US" sz="1300" b="1" dirty="0">
                <a:latin typeface="Arial" panose="020B0604020202020204" pitchFamily="34" charset="0"/>
                <a:cs typeface="Arial" panose="020B0604020202020204" pitchFamily="34" charset="0"/>
              </a:rPr>
              <a:t>Happening Now       </a:t>
            </a:r>
            <a:r>
              <a:rPr lang="en-US" sz="1300" b="1" dirty="0">
                <a:solidFill>
                  <a:srgbClr val="C00000"/>
                </a:solidFill>
                <a:latin typeface="Arial" panose="020B0604020202020204" pitchFamily="34" charset="0"/>
                <a:cs typeface="Arial" panose="020B0604020202020204" pitchFamily="34" charset="0"/>
              </a:rPr>
              <a:t>Who we are       </a:t>
            </a:r>
            <a:r>
              <a:rPr lang="en-GB" sz="1300" b="1" dirty="0">
                <a:latin typeface="Arial" panose="020B0604020202020204" pitchFamily="34" charset="0"/>
                <a:cs typeface="Arial" panose="020B0604020202020204" pitchFamily="34" charset="0"/>
              </a:rPr>
              <a:t>Our Work       Our People       Get involved       Resources &amp; Updates</a:t>
            </a:r>
          </a:p>
        </p:txBody>
      </p:sp>
      <p:sp>
        <p:nvSpPr>
          <p:cNvPr id="5" name="Rectangle: Rounded Corners 4">
            <a:extLst>
              <a:ext uri="{FF2B5EF4-FFF2-40B4-BE49-F238E27FC236}">
                <a16:creationId xmlns:a16="http://schemas.microsoft.com/office/drawing/2014/main" id="{8238109C-B569-6C41-1982-C61814103C46}"/>
              </a:ext>
            </a:extLst>
          </p:cNvPr>
          <p:cNvSpPr/>
          <p:nvPr/>
        </p:nvSpPr>
        <p:spPr>
          <a:xfrm>
            <a:off x="10904725" y="467394"/>
            <a:ext cx="954269" cy="282671"/>
          </a:xfrm>
          <a:prstGeom prst="roundRect">
            <a:avLst>
              <a:gd name="adj" fmla="val 42754"/>
            </a:avLst>
          </a:prstGeom>
          <a:solidFill>
            <a:schemeClr val="bg2"/>
          </a:solidFill>
          <a:ln>
            <a:noFill/>
          </a:ln>
          <a:effectLst>
            <a:glow rad="635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rPr>
              <a:t>Donate</a:t>
            </a:r>
            <a:endParaRPr lang="en-GB" sz="1400" b="1" dirty="0">
              <a:solidFill>
                <a:srgbClr val="C00000"/>
              </a:solidFill>
            </a:endParaRPr>
          </a:p>
        </p:txBody>
      </p:sp>
      <p:sp>
        <p:nvSpPr>
          <p:cNvPr id="36" name="Graphic 33" descr="Caret Right with solid fill">
            <a:extLst>
              <a:ext uri="{FF2B5EF4-FFF2-40B4-BE49-F238E27FC236}">
                <a16:creationId xmlns:a16="http://schemas.microsoft.com/office/drawing/2014/main" id="{D934A9C7-B800-2B56-BB52-ABD03362D7CF}"/>
              </a:ext>
            </a:extLst>
          </p:cNvPr>
          <p:cNvSpPr/>
          <p:nvPr/>
        </p:nvSpPr>
        <p:spPr>
          <a:xfrm>
            <a:off x="781050" y="1094395"/>
            <a:ext cx="91440" cy="70912"/>
          </a:xfrm>
          <a:custGeom>
            <a:avLst/>
            <a:gdLst>
              <a:gd name="csX0" fmla="*/ 40424 w 309505"/>
              <a:gd name="csY0" fmla="*/ 538229 h 538229"/>
              <a:gd name="csX1" fmla="*/ 10 w 309505"/>
              <a:gd name="csY1" fmla="*/ 497824 h 538229"/>
              <a:gd name="csX2" fmla="*/ 228686 w 309505"/>
              <a:gd name="csY2" fmla="*/ 269148 h 538229"/>
              <a:gd name="csX3" fmla="*/ 0 w 309505"/>
              <a:gd name="csY3" fmla="*/ 40405 h 538229"/>
              <a:gd name="csX4" fmla="*/ 40415 w 309505"/>
              <a:gd name="csY4" fmla="*/ 0 h 538229"/>
              <a:gd name="csX5" fmla="*/ 309505 w 309505"/>
              <a:gd name="csY5" fmla="*/ 269148 h 538229"/>
              <a:gd name="csX6" fmla="*/ 40424 w 309505"/>
              <a:gd name="csY6" fmla="*/ 538229 h 5382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05" h="538229">
                <a:moveTo>
                  <a:pt x="40424" y="538229"/>
                </a:moveTo>
                <a:lnTo>
                  <a:pt x="10" y="497824"/>
                </a:lnTo>
                <a:lnTo>
                  <a:pt x="228686" y="269148"/>
                </a:lnTo>
                <a:lnTo>
                  <a:pt x="0" y="40405"/>
                </a:lnTo>
                <a:lnTo>
                  <a:pt x="40415" y="0"/>
                </a:lnTo>
                <a:lnTo>
                  <a:pt x="309505" y="269148"/>
                </a:lnTo>
                <a:lnTo>
                  <a:pt x="40424" y="538229"/>
                </a:lnTo>
                <a:close/>
              </a:path>
            </a:pathLst>
          </a:custGeom>
          <a:solidFill>
            <a:schemeClr val="tx1">
              <a:lumMod val="50000"/>
              <a:lumOff val="50000"/>
            </a:schemeClr>
          </a:solidFill>
          <a:ln w="9525" cap="flat">
            <a:noFill/>
            <a:prstDash val="solid"/>
            <a:miter/>
          </a:ln>
        </p:spPr>
        <p:txBody>
          <a:bodyPr/>
          <a:lstStyle/>
          <a:p>
            <a:endParaRPr lang="en-GB" dirty="0"/>
          </a:p>
        </p:txBody>
      </p:sp>
      <p:pic>
        <p:nvPicPr>
          <p:cNvPr id="11" name="Graphic 10" descr="Home outline">
            <a:hlinkClick r:id="rId3" action="ppaction://hlinksldjump"/>
            <a:extLst>
              <a:ext uri="{FF2B5EF4-FFF2-40B4-BE49-F238E27FC236}">
                <a16:creationId xmlns:a16="http://schemas.microsoft.com/office/drawing/2014/main" id="{DE95FD62-B704-6B82-C327-D89A06E7E8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265" y="1006890"/>
            <a:ext cx="202213" cy="202213"/>
          </a:xfrm>
          <a:prstGeom prst="rect">
            <a:avLst/>
          </a:prstGeom>
        </p:spPr>
      </p:pic>
      <p:sp>
        <p:nvSpPr>
          <p:cNvPr id="12" name="TextBox 11">
            <a:extLst>
              <a:ext uri="{FF2B5EF4-FFF2-40B4-BE49-F238E27FC236}">
                <a16:creationId xmlns:a16="http://schemas.microsoft.com/office/drawing/2014/main" id="{F2E7FB2C-4B5B-A31A-0EAA-541E081B809C}"/>
              </a:ext>
            </a:extLst>
          </p:cNvPr>
          <p:cNvSpPr txBox="1"/>
          <p:nvPr/>
        </p:nvSpPr>
        <p:spPr>
          <a:xfrm>
            <a:off x="882648" y="1008670"/>
            <a:ext cx="1121411"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Who we are</a:t>
            </a:r>
            <a:endParaRPr lang="en-GB" sz="1100" b="1" dirty="0">
              <a:latin typeface="Arial" panose="020B0604020202020204" pitchFamily="34" charset="0"/>
              <a:cs typeface="Arial" panose="020B0604020202020204" pitchFamily="34" charset="0"/>
            </a:endParaRPr>
          </a:p>
        </p:txBody>
      </p:sp>
      <p:cxnSp>
        <p:nvCxnSpPr>
          <p:cNvPr id="19" name="Straight Connector 18">
            <a:extLst>
              <a:ext uri="{FF2B5EF4-FFF2-40B4-BE49-F238E27FC236}">
                <a16:creationId xmlns:a16="http://schemas.microsoft.com/office/drawing/2014/main" id="{FB4DDE85-D090-AB1D-F1B4-267A32F9B347}"/>
              </a:ext>
            </a:extLst>
          </p:cNvPr>
          <p:cNvCxnSpPr/>
          <p:nvPr/>
        </p:nvCxnSpPr>
        <p:spPr>
          <a:xfrm>
            <a:off x="76200" y="937120"/>
            <a:ext cx="12039600" cy="0"/>
          </a:xfrm>
          <a:prstGeom prst="line">
            <a:avLst/>
          </a:prstGeom>
          <a:ln>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
        <p:nvSpPr>
          <p:cNvPr id="2" name="Graphic 33" descr="Caret Right with solid fill">
            <a:extLst>
              <a:ext uri="{FF2B5EF4-FFF2-40B4-BE49-F238E27FC236}">
                <a16:creationId xmlns:a16="http://schemas.microsoft.com/office/drawing/2014/main" id="{51C14314-4A5E-70F4-95CE-6B755B466012}"/>
              </a:ext>
            </a:extLst>
          </p:cNvPr>
          <p:cNvSpPr/>
          <p:nvPr/>
        </p:nvSpPr>
        <p:spPr>
          <a:xfrm>
            <a:off x="1824990" y="1109591"/>
            <a:ext cx="91440" cy="70912"/>
          </a:xfrm>
          <a:custGeom>
            <a:avLst/>
            <a:gdLst>
              <a:gd name="csX0" fmla="*/ 40424 w 309505"/>
              <a:gd name="csY0" fmla="*/ 538229 h 538229"/>
              <a:gd name="csX1" fmla="*/ 10 w 309505"/>
              <a:gd name="csY1" fmla="*/ 497824 h 538229"/>
              <a:gd name="csX2" fmla="*/ 228686 w 309505"/>
              <a:gd name="csY2" fmla="*/ 269148 h 538229"/>
              <a:gd name="csX3" fmla="*/ 0 w 309505"/>
              <a:gd name="csY3" fmla="*/ 40405 h 538229"/>
              <a:gd name="csX4" fmla="*/ 40415 w 309505"/>
              <a:gd name="csY4" fmla="*/ 0 h 538229"/>
              <a:gd name="csX5" fmla="*/ 309505 w 309505"/>
              <a:gd name="csY5" fmla="*/ 269148 h 538229"/>
              <a:gd name="csX6" fmla="*/ 40424 w 309505"/>
              <a:gd name="csY6" fmla="*/ 538229 h 5382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05" h="538229">
                <a:moveTo>
                  <a:pt x="40424" y="538229"/>
                </a:moveTo>
                <a:lnTo>
                  <a:pt x="10" y="497824"/>
                </a:lnTo>
                <a:lnTo>
                  <a:pt x="228686" y="269148"/>
                </a:lnTo>
                <a:lnTo>
                  <a:pt x="0" y="40405"/>
                </a:lnTo>
                <a:lnTo>
                  <a:pt x="40415" y="0"/>
                </a:lnTo>
                <a:lnTo>
                  <a:pt x="309505" y="269148"/>
                </a:lnTo>
                <a:lnTo>
                  <a:pt x="40424" y="538229"/>
                </a:lnTo>
                <a:close/>
              </a:path>
            </a:pathLst>
          </a:custGeom>
          <a:solidFill>
            <a:schemeClr val="tx1">
              <a:lumMod val="50000"/>
              <a:lumOff val="50000"/>
            </a:schemeClr>
          </a:solidFill>
          <a:ln w="9525" cap="flat">
            <a:noFill/>
            <a:prstDash val="solid"/>
            <a:miter/>
          </a:ln>
        </p:spPr>
        <p:txBody>
          <a:bodyPr/>
          <a:lstStyle/>
          <a:p>
            <a:endParaRPr lang="en-GB" dirty="0"/>
          </a:p>
        </p:txBody>
      </p:sp>
      <p:sp>
        <p:nvSpPr>
          <p:cNvPr id="3" name="TextBox 2">
            <a:extLst>
              <a:ext uri="{FF2B5EF4-FFF2-40B4-BE49-F238E27FC236}">
                <a16:creationId xmlns:a16="http://schemas.microsoft.com/office/drawing/2014/main" id="{5F0F6763-6625-49C0-F6FD-1E3CC0607B26}"/>
              </a:ext>
            </a:extLst>
          </p:cNvPr>
          <p:cNvSpPr txBox="1"/>
          <p:nvPr/>
        </p:nvSpPr>
        <p:spPr>
          <a:xfrm>
            <a:off x="1889761" y="1015145"/>
            <a:ext cx="640280"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About</a:t>
            </a:r>
            <a:endParaRPr lang="en-GB" sz="1100" b="1" dirty="0">
              <a:latin typeface="Arial" panose="020B0604020202020204" pitchFamily="34" charset="0"/>
              <a:cs typeface="Arial" panose="020B0604020202020204" pitchFamily="34" charset="0"/>
            </a:endParaRPr>
          </a:p>
        </p:txBody>
      </p:sp>
      <p:sp>
        <p:nvSpPr>
          <p:cNvPr id="4" name="Graphic 33" descr="Caret Right with solid fill">
            <a:extLst>
              <a:ext uri="{FF2B5EF4-FFF2-40B4-BE49-F238E27FC236}">
                <a16:creationId xmlns:a16="http://schemas.microsoft.com/office/drawing/2014/main" id="{04CE7B2B-7B85-9CF6-9978-D7FF0EA5D0D8}"/>
              </a:ext>
            </a:extLst>
          </p:cNvPr>
          <p:cNvSpPr/>
          <p:nvPr/>
        </p:nvSpPr>
        <p:spPr>
          <a:xfrm>
            <a:off x="2469080" y="1117268"/>
            <a:ext cx="91440" cy="70912"/>
          </a:xfrm>
          <a:custGeom>
            <a:avLst/>
            <a:gdLst>
              <a:gd name="csX0" fmla="*/ 40424 w 309505"/>
              <a:gd name="csY0" fmla="*/ 538229 h 538229"/>
              <a:gd name="csX1" fmla="*/ 10 w 309505"/>
              <a:gd name="csY1" fmla="*/ 497824 h 538229"/>
              <a:gd name="csX2" fmla="*/ 228686 w 309505"/>
              <a:gd name="csY2" fmla="*/ 269148 h 538229"/>
              <a:gd name="csX3" fmla="*/ 0 w 309505"/>
              <a:gd name="csY3" fmla="*/ 40405 h 538229"/>
              <a:gd name="csX4" fmla="*/ 40415 w 309505"/>
              <a:gd name="csY4" fmla="*/ 0 h 538229"/>
              <a:gd name="csX5" fmla="*/ 309505 w 309505"/>
              <a:gd name="csY5" fmla="*/ 269148 h 538229"/>
              <a:gd name="csX6" fmla="*/ 40424 w 309505"/>
              <a:gd name="csY6" fmla="*/ 538229 h 5382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05" h="538229">
                <a:moveTo>
                  <a:pt x="40424" y="538229"/>
                </a:moveTo>
                <a:lnTo>
                  <a:pt x="10" y="497824"/>
                </a:lnTo>
                <a:lnTo>
                  <a:pt x="228686" y="269148"/>
                </a:lnTo>
                <a:lnTo>
                  <a:pt x="0" y="40405"/>
                </a:lnTo>
                <a:lnTo>
                  <a:pt x="40415" y="0"/>
                </a:lnTo>
                <a:lnTo>
                  <a:pt x="309505" y="269148"/>
                </a:lnTo>
                <a:lnTo>
                  <a:pt x="40424" y="538229"/>
                </a:lnTo>
                <a:close/>
              </a:path>
            </a:pathLst>
          </a:custGeom>
          <a:solidFill>
            <a:schemeClr val="tx1">
              <a:lumMod val="50000"/>
              <a:lumOff val="50000"/>
            </a:schemeClr>
          </a:solidFill>
          <a:ln w="9525" cap="flat">
            <a:noFill/>
            <a:prstDash val="solid"/>
            <a:miter/>
          </a:ln>
        </p:spPr>
        <p:txBody>
          <a:bodyPr/>
          <a:lstStyle/>
          <a:p>
            <a:endParaRPr lang="en-GB" dirty="0"/>
          </a:p>
        </p:txBody>
      </p:sp>
      <p:sp>
        <p:nvSpPr>
          <p:cNvPr id="8" name="TextBox 7">
            <a:extLst>
              <a:ext uri="{FF2B5EF4-FFF2-40B4-BE49-F238E27FC236}">
                <a16:creationId xmlns:a16="http://schemas.microsoft.com/office/drawing/2014/main" id="{35A6D8C7-29E4-B5CB-B4DF-B53E88F14F48}"/>
              </a:ext>
            </a:extLst>
          </p:cNvPr>
          <p:cNvSpPr txBox="1"/>
          <p:nvPr/>
        </p:nvSpPr>
        <p:spPr>
          <a:xfrm>
            <a:off x="2553100" y="1022765"/>
            <a:ext cx="853040" cy="261610"/>
          </a:xfrm>
          <a:prstGeom prst="rect">
            <a:avLst/>
          </a:prstGeom>
          <a:noFill/>
        </p:spPr>
        <p:txBody>
          <a:bodyPr wrap="square" rtlCol="0">
            <a:spAutoFit/>
          </a:bodyPr>
          <a:lstStyle/>
          <a:p>
            <a:r>
              <a:rPr lang="en-GB" sz="1100" b="1" dirty="0">
                <a:latin typeface="Arial" panose="020B0604020202020204" pitchFamily="34" charset="0"/>
                <a:cs typeface="Arial" panose="020B0604020202020204" pitchFamily="34" charset="0"/>
              </a:rPr>
              <a:t>Principles</a:t>
            </a:r>
          </a:p>
        </p:txBody>
      </p:sp>
      <p:sp>
        <p:nvSpPr>
          <p:cNvPr id="9" name="TextBox 8">
            <a:extLst>
              <a:ext uri="{FF2B5EF4-FFF2-40B4-BE49-F238E27FC236}">
                <a16:creationId xmlns:a16="http://schemas.microsoft.com/office/drawing/2014/main" id="{D996E21B-C569-FC98-ED8A-B0CB64136BA0}"/>
              </a:ext>
            </a:extLst>
          </p:cNvPr>
          <p:cNvSpPr txBox="1"/>
          <p:nvPr/>
        </p:nvSpPr>
        <p:spPr>
          <a:xfrm>
            <a:off x="458892" y="1625600"/>
            <a:ext cx="3090334" cy="369332"/>
          </a:xfrm>
          <a:prstGeom prst="rect">
            <a:avLst/>
          </a:prstGeom>
          <a:noFill/>
        </p:spPr>
        <p:txBody>
          <a:bodyPr wrap="square" rtlCol="0">
            <a:spAutoFit/>
          </a:bodyPr>
          <a:lstStyle/>
          <a:p>
            <a:r>
              <a:rPr lang="en-US" b="1" dirty="0"/>
              <a:t>Our fundamental Principles</a:t>
            </a:r>
            <a:endParaRPr lang="en-GB" b="1" dirty="0"/>
          </a:p>
        </p:txBody>
      </p:sp>
      <p:pic>
        <p:nvPicPr>
          <p:cNvPr id="10" name="Picture 9" descr="No photo description available.">
            <a:extLst>
              <a:ext uri="{FF2B5EF4-FFF2-40B4-BE49-F238E27FC236}">
                <a16:creationId xmlns:a16="http://schemas.microsoft.com/office/drawing/2014/main" id="{64CFCF6C-1D47-E7D6-51CE-A24A21A83823}"/>
              </a:ext>
            </a:extLst>
          </p:cNvPr>
          <p:cNvPicPr>
            <a:picLocks noChangeAspect="1"/>
          </p:cNvPicPr>
          <p:nvPr/>
        </p:nvPicPr>
        <p:blipFill>
          <a:blip r:embed="rId5"/>
          <a:srcRect t="34065"/>
          <a:stretch>
            <a:fillRect/>
          </a:stretch>
        </p:blipFill>
        <p:spPr>
          <a:xfrm>
            <a:off x="1" y="2028756"/>
            <a:ext cx="12192000" cy="2983512"/>
          </a:xfrm>
          <a:prstGeom prst="rect">
            <a:avLst/>
          </a:prstGeom>
        </p:spPr>
      </p:pic>
      <p:grpSp>
        <p:nvGrpSpPr>
          <p:cNvPr id="26" name="Group 25">
            <a:extLst>
              <a:ext uri="{FF2B5EF4-FFF2-40B4-BE49-F238E27FC236}">
                <a16:creationId xmlns:a16="http://schemas.microsoft.com/office/drawing/2014/main" id="{39B9A87E-BC7F-47B9-2D5C-80502AE57441}"/>
              </a:ext>
            </a:extLst>
          </p:cNvPr>
          <p:cNvGrpSpPr/>
          <p:nvPr/>
        </p:nvGrpSpPr>
        <p:grpSpPr>
          <a:xfrm>
            <a:off x="1870710" y="4126504"/>
            <a:ext cx="8086090" cy="2508691"/>
            <a:chOff x="1870710" y="4126504"/>
            <a:chExt cx="8086090" cy="2508691"/>
          </a:xfrm>
        </p:grpSpPr>
        <p:grpSp>
          <p:nvGrpSpPr>
            <p:cNvPr id="18" name="Group 17">
              <a:extLst>
                <a:ext uri="{FF2B5EF4-FFF2-40B4-BE49-F238E27FC236}">
                  <a16:creationId xmlns:a16="http://schemas.microsoft.com/office/drawing/2014/main" id="{606D87B4-702C-C582-F134-F3E121F5B6EB}"/>
                </a:ext>
              </a:extLst>
            </p:cNvPr>
            <p:cNvGrpSpPr/>
            <p:nvPr/>
          </p:nvGrpSpPr>
          <p:grpSpPr>
            <a:xfrm>
              <a:off x="1870710" y="4126504"/>
              <a:ext cx="8086090" cy="2508691"/>
              <a:chOff x="1870710" y="4126504"/>
              <a:chExt cx="8111490" cy="2731496"/>
            </a:xfrm>
          </p:grpSpPr>
          <p:sp>
            <p:nvSpPr>
              <p:cNvPr id="13" name="Rectangle 12">
                <a:extLst>
                  <a:ext uri="{FF2B5EF4-FFF2-40B4-BE49-F238E27FC236}">
                    <a16:creationId xmlns:a16="http://schemas.microsoft.com/office/drawing/2014/main" id="{C8FC41FD-A44A-A939-37A0-F7402E7DDF6F}"/>
                  </a:ext>
                </a:extLst>
              </p:cNvPr>
              <p:cNvSpPr/>
              <p:nvPr/>
            </p:nvSpPr>
            <p:spPr>
              <a:xfrm>
                <a:off x="1870710" y="4126504"/>
                <a:ext cx="5613823" cy="273149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E77F039C-D762-19C1-EE78-AE179DA4F064}"/>
                  </a:ext>
                </a:extLst>
              </p:cNvPr>
              <p:cNvSpPr/>
              <p:nvPr/>
            </p:nvSpPr>
            <p:spPr>
              <a:xfrm>
                <a:off x="4631267" y="4126504"/>
                <a:ext cx="5350933" cy="2731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 name="TextBox 16">
              <a:extLst>
                <a:ext uri="{FF2B5EF4-FFF2-40B4-BE49-F238E27FC236}">
                  <a16:creationId xmlns:a16="http://schemas.microsoft.com/office/drawing/2014/main" id="{43991F8B-CF5D-7BBC-B710-298F5ADF9433}"/>
                </a:ext>
              </a:extLst>
            </p:cNvPr>
            <p:cNvSpPr txBox="1"/>
            <p:nvPr/>
          </p:nvSpPr>
          <p:spPr>
            <a:xfrm>
              <a:off x="2133600" y="4351868"/>
              <a:ext cx="2201333" cy="646331"/>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Fundamental </a:t>
              </a:r>
            </a:p>
            <a:p>
              <a:r>
                <a:rPr lang="en-US" b="1" dirty="0">
                  <a:solidFill>
                    <a:schemeClr val="bg1"/>
                  </a:solidFill>
                  <a:latin typeface="Arial" panose="020B0604020202020204" pitchFamily="34" charset="0"/>
                  <a:cs typeface="Arial" panose="020B0604020202020204" pitchFamily="34" charset="0"/>
                </a:rPr>
                <a:t>Principles</a:t>
              </a:r>
              <a:endParaRPr lang="en-GB" b="1" dirty="0">
                <a:solidFill>
                  <a:schemeClr val="bg1"/>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205702C3-7B84-3871-C732-703EAAE00ED6}"/>
                </a:ext>
              </a:extLst>
            </p:cNvPr>
            <p:cNvSpPr txBox="1"/>
            <p:nvPr/>
          </p:nvSpPr>
          <p:spPr>
            <a:xfrm>
              <a:off x="4919044" y="4794742"/>
              <a:ext cx="4741333" cy="1384995"/>
            </a:xfrm>
            <a:prstGeom prst="rect">
              <a:avLst/>
            </a:prstGeom>
            <a:noFill/>
          </p:spPr>
          <p:txBody>
            <a:bodyPr wrap="square" rtlCol="0">
              <a:spAutoFit/>
            </a:bodyPr>
            <a:lstStyle/>
            <a:p>
              <a:pPr algn="just"/>
              <a:r>
                <a:rPr lang="en-GB" sz="1400" dirty="0">
                  <a:latin typeface="Arial" panose="020B0604020202020204" pitchFamily="34" charset="0"/>
                  <a:cs typeface="Arial" panose="020B0604020202020204" pitchFamily="34" charset="0"/>
                </a:rPr>
                <a:t>The Fundamental Principles of CRC GSTU are brotherhood, commitment, and trust. These principles guide all activities of the organization and its members, fostering mutual respect, dedication to the organization’s goals, and trust among members </a:t>
              </a:r>
              <a:r>
                <a:rPr lang="en-GB" sz="1400" dirty="0"/>
                <a:t>and are written in the </a:t>
              </a:r>
              <a:r>
                <a:rPr lang="en-GB" sz="1400" b="1" u="sng" dirty="0">
                  <a:solidFill>
                    <a:schemeClr val="accent1"/>
                  </a:solidFill>
                </a:rPr>
                <a:t>constitution.</a:t>
              </a:r>
              <a:endParaRPr lang="en-GB" sz="1400" u="sng" dirty="0">
                <a:solidFill>
                  <a:schemeClr val="accent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444682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A9626-9AB2-2D3E-FC84-A70894F575C9}"/>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C7CB6F17-D0FB-8E81-4630-E280B7B9D482}"/>
              </a:ext>
            </a:extLst>
          </p:cNvPr>
          <p:cNvSpPr/>
          <p:nvPr/>
        </p:nvSpPr>
        <p:spPr>
          <a:xfrm>
            <a:off x="-76200" y="-1"/>
            <a:ext cx="12395200" cy="50291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a:extLst>
              <a:ext uri="{FF2B5EF4-FFF2-40B4-BE49-F238E27FC236}">
                <a16:creationId xmlns:a16="http://schemas.microsoft.com/office/drawing/2014/main" id="{840A6E20-6590-745A-8959-5511865776C2}"/>
              </a:ext>
            </a:extLst>
          </p:cNvPr>
          <p:cNvSpPr txBox="1"/>
          <p:nvPr/>
        </p:nvSpPr>
        <p:spPr>
          <a:xfrm>
            <a:off x="-76200" y="135467"/>
            <a:ext cx="3090334" cy="369332"/>
          </a:xfrm>
          <a:prstGeom prst="rect">
            <a:avLst/>
          </a:prstGeom>
          <a:noFill/>
        </p:spPr>
        <p:txBody>
          <a:bodyPr wrap="square" rtlCol="0">
            <a:spAutoFit/>
          </a:bodyPr>
          <a:lstStyle/>
          <a:p>
            <a:r>
              <a:rPr lang="en-US" b="1" dirty="0"/>
              <a:t>Our fundamental Principles</a:t>
            </a:r>
            <a:endParaRPr lang="en-GB" b="1" dirty="0"/>
          </a:p>
        </p:txBody>
      </p:sp>
      <p:grpSp>
        <p:nvGrpSpPr>
          <p:cNvPr id="14" name="Group 13">
            <a:extLst>
              <a:ext uri="{FF2B5EF4-FFF2-40B4-BE49-F238E27FC236}">
                <a16:creationId xmlns:a16="http://schemas.microsoft.com/office/drawing/2014/main" id="{138A5DF8-51FA-7EF5-BC1C-7A3B3BEBE9A9}"/>
              </a:ext>
            </a:extLst>
          </p:cNvPr>
          <p:cNvGrpSpPr/>
          <p:nvPr/>
        </p:nvGrpSpPr>
        <p:grpSpPr>
          <a:xfrm>
            <a:off x="0" y="541296"/>
            <a:ext cx="12192000" cy="4369371"/>
            <a:chOff x="1" y="2028756"/>
            <a:chExt cx="12192000" cy="4369371"/>
          </a:xfrm>
        </p:grpSpPr>
        <p:pic>
          <p:nvPicPr>
            <p:cNvPr id="10" name="Picture 9" descr="No photo description available.">
              <a:extLst>
                <a:ext uri="{FF2B5EF4-FFF2-40B4-BE49-F238E27FC236}">
                  <a16:creationId xmlns:a16="http://schemas.microsoft.com/office/drawing/2014/main" id="{183201F0-DB75-E891-1D31-3264A2612288}"/>
                </a:ext>
              </a:extLst>
            </p:cNvPr>
            <p:cNvPicPr>
              <a:picLocks noChangeAspect="1"/>
            </p:cNvPicPr>
            <p:nvPr/>
          </p:nvPicPr>
          <p:blipFill>
            <a:blip r:embed="rId3"/>
            <a:srcRect t="34065"/>
            <a:stretch>
              <a:fillRect/>
            </a:stretch>
          </p:blipFill>
          <p:spPr>
            <a:xfrm>
              <a:off x="1" y="2028756"/>
              <a:ext cx="12192000" cy="2983512"/>
            </a:xfrm>
            <a:prstGeom prst="rect">
              <a:avLst/>
            </a:prstGeom>
          </p:spPr>
        </p:pic>
        <p:grpSp>
          <p:nvGrpSpPr>
            <p:cNvPr id="26" name="Group 25">
              <a:extLst>
                <a:ext uri="{FF2B5EF4-FFF2-40B4-BE49-F238E27FC236}">
                  <a16:creationId xmlns:a16="http://schemas.microsoft.com/office/drawing/2014/main" id="{BBFE2F1C-35FB-7E5A-ADB3-D515B7F7C0E5}"/>
                </a:ext>
              </a:extLst>
            </p:cNvPr>
            <p:cNvGrpSpPr/>
            <p:nvPr/>
          </p:nvGrpSpPr>
          <p:grpSpPr>
            <a:xfrm>
              <a:off x="1870710" y="4126504"/>
              <a:ext cx="8086090" cy="2271623"/>
              <a:chOff x="1870710" y="4126504"/>
              <a:chExt cx="8086090" cy="2271623"/>
            </a:xfrm>
          </p:grpSpPr>
          <p:grpSp>
            <p:nvGrpSpPr>
              <p:cNvPr id="18" name="Group 17">
                <a:extLst>
                  <a:ext uri="{FF2B5EF4-FFF2-40B4-BE49-F238E27FC236}">
                    <a16:creationId xmlns:a16="http://schemas.microsoft.com/office/drawing/2014/main" id="{967C2569-E367-3527-0C8A-343E48506241}"/>
                  </a:ext>
                </a:extLst>
              </p:cNvPr>
              <p:cNvGrpSpPr/>
              <p:nvPr/>
            </p:nvGrpSpPr>
            <p:grpSpPr>
              <a:xfrm>
                <a:off x="1870710" y="4126504"/>
                <a:ext cx="8086090" cy="2271623"/>
                <a:chOff x="1870710" y="4126504"/>
                <a:chExt cx="8111490" cy="2473373"/>
              </a:xfrm>
            </p:grpSpPr>
            <p:sp>
              <p:nvSpPr>
                <p:cNvPr id="13" name="Rectangle 12">
                  <a:extLst>
                    <a:ext uri="{FF2B5EF4-FFF2-40B4-BE49-F238E27FC236}">
                      <a16:creationId xmlns:a16="http://schemas.microsoft.com/office/drawing/2014/main" id="{10331204-38DC-0539-8FFB-5D524C8A3231}"/>
                    </a:ext>
                  </a:extLst>
                </p:cNvPr>
                <p:cNvSpPr/>
                <p:nvPr/>
              </p:nvSpPr>
              <p:spPr>
                <a:xfrm>
                  <a:off x="1870710" y="4126504"/>
                  <a:ext cx="5613823" cy="2473373"/>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5E7B6D7B-5FE5-181D-7AA3-A01B9FA78318}"/>
                    </a:ext>
                  </a:extLst>
                </p:cNvPr>
                <p:cNvSpPr/>
                <p:nvPr/>
              </p:nvSpPr>
              <p:spPr>
                <a:xfrm>
                  <a:off x="4631267" y="4126504"/>
                  <a:ext cx="5350933" cy="24733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 name="TextBox 16">
                <a:extLst>
                  <a:ext uri="{FF2B5EF4-FFF2-40B4-BE49-F238E27FC236}">
                    <a16:creationId xmlns:a16="http://schemas.microsoft.com/office/drawing/2014/main" id="{2FB15D02-DF01-FF1E-7093-35B8A77272DA}"/>
                  </a:ext>
                </a:extLst>
              </p:cNvPr>
              <p:cNvSpPr txBox="1"/>
              <p:nvPr/>
            </p:nvSpPr>
            <p:spPr>
              <a:xfrm>
                <a:off x="2133600" y="4351868"/>
                <a:ext cx="2201333" cy="646331"/>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Fundamental </a:t>
                </a:r>
              </a:p>
              <a:p>
                <a:r>
                  <a:rPr lang="en-US" b="1" dirty="0">
                    <a:solidFill>
                      <a:schemeClr val="bg1"/>
                    </a:solidFill>
                    <a:latin typeface="Arial" panose="020B0604020202020204" pitchFamily="34" charset="0"/>
                    <a:cs typeface="Arial" panose="020B0604020202020204" pitchFamily="34" charset="0"/>
                  </a:rPr>
                  <a:t>Principles</a:t>
                </a:r>
                <a:endParaRPr lang="en-GB" b="1" dirty="0">
                  <a:solidFill>
                    <a:schemeClr val="bg1"/>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A11C68C0-8831-193E-6343-0FC69B830716}"/>
                  </a:ext>
                </a:extLst>
              </p:cNvPr>
              <p:cNvSpPr txBox="1"/>
              <p:nvPr/>
            </p:nvSpPr>
            <p:spPr>
              <a:xfrm>
                <a:off x="4919044" y="4794742"/>
                <a:ext cx="4741333" cy="1384995"/>
              </a:xfrm>
              <a:prstGeom prst="rect">
                <a:avLst/>
              </a:prstGeom>
              <a:noFill/>
            </p:spPr>
            <p:txBody>
              <a:bodyPr wrap="square" rtlCol="0">
                <a:spAutoFit/>
              </a:bodyPr>
              <a:lstStyle/>
              <a:p>
                <a:pPr algn="just"/>
                <a:r>
                  <a:rPr lang="en-GB" sz="1400" dirty="0">
                    <a:latin typeface="Arial" panose="020B0604020202020204" pitchFamily="34" charset="0"/>
                    <a:cs typeface="Arial" panose="020B0604020202020204" pitchFamily="34" charset="0"/>
                  </a:rPr>
                  <a:t>The Fundamental Principles of CRC GSTU are brotherhood, commitment, and trust. These principles guide all activities of the organization and its members, fostering mutual respect, dedication to the organization’s goals, and trust among members </a:t>
                </a:r>
                <a:r>
                  <a:rPr lang="en-GB" sz="1400" dirty="0"/>
                  <a:t>and are written in the </a:t>
                </a:r>
                <a:r>
                  <a:rPr lang="en-GB" sz="1400" b="1" u="sng" dirty="0">
                    <a:solidFill>
                      <a:schemeClr val="accent1"/>
                    </a:solidFill>
                  </a:rPr>
                  <a:t>constitution.</a:t>
                </a:r>
                <a:endParaRPr lang="en-GB" sz="1400" u="sng" dirty="0">
                  <a:solidFill>
                    <a:schemeClr val="accent1"/>
                  </a:solidFill>
                  <a:latin typeface="Arial" panose="020B0604020202020204" pitchFamily="34" charset="0"/>
                  <a:cs typeface="Arial" panose="020B0604020202020204" pitchFamily="34" charset="0"/>
                </a:endParaRPr>
              </a:p>
            </p:txBody>
          </p:sp>
        </p:grpSp>
      </p:grpSp>
      <p:cxnSp>
        <p:nvCxnSpPr>
          <p:cNvPr id="15" name="Straight Connector 14">
            <a:extLst>
              <a:ext uri="{FF2B5EF4-FFF2-40B4-BE49-F238E27FC236}">
                <a16:creationId xmlns:a16="http://schemas.microsoft.com/office/drawing/2014/main" id="{04C1E7A5-57DC-CA11-FCB8-4E81688F3466}"/>
              </a:ext>
            </a:extLst>
          </p:cNvPr>
          <p:cNvCxnSpPr/>
          <p:nvPr/>
        </p:nvCxnSpPr>
        <p:spPr>
          <a:xfrm>
            <a:off x="0" y="5509122"/>
            <a:ext cx="1203960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6906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B685-FAF5-6AE0-2DFB-7FCB0E4342A0}"/>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7628AB2C-3A02-E927-4F9C-7F930707DAE9}"/>
              </a:ext>
            </a:extLst>
          </p:cNvPr>
          <p:cNvSpPr/>
          <p:nvPr/>
        </p:nvSpPr>
        <p:spPr>
          <a:xfrm>
            <a:off x="-76200" y="0"/>
            <a:ext cx="12395200" cy="9288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4" name="Group 13">
            <a:extLst>
              <a:ext uri="{FF2B5EF4-FFF2-40B4-BE49-F238E27FC236}">
                <a16:creationId xmlns:a16="http://schemas.microsoft.com/office/drawing/2014/main" id="{2790F1D4-1AE0-B8E0-75C2-B5133D85F015}"/>
              </a:ext>
            </a:extLst>
          </p:cNvPr>
          <p:cNvGrpSpPr/>
          <p:nvPr/>
        </p:nvGrpSpPr>
        <p:grpSpPr>
          <a:xfrm>
            <a:off x="0" y="-2224620"/>
            <a:ext cx="12192000" cy="4332821"/>
            <a:chOff x="1" y="2028756"/>
            <a:chExt cx="12192000" cy="4332821"/>
          </a:xfrm>
        </p:grpSpPr>
        <p:pic>
          <p:nvPicPr>
            <p:cNvPr id="10" name="Picture 9" descr="No photo description available.">
              <a:extLst>
                <a:ext uri="{FF2B5EF4-FFF2-40B4-BE49-F238E27FC236}">
                  <a16:creationId xmlns:a16="http://schemas.microsoft.com/office/drawing/2014/main" id="{0ECD1504-5149-92C3-2DD5-F7A5BB82CA4A}"/>
                </a:ext>
              </a:extLst>
            </p:cNvPr>
            <p:cNvPicPr>
              <a:picLocks noChangeAspect="1"/>
            </p:cNvPicPr>
            <p:nvPr/>
          </p:nvPicPr>
          <p:blipFill>
            <a:blip r:embed="rId3"/>
            <a:srcRect t="34065"/>
            <a:stretch>
              <a:fillRect/>
            </a:stretch>
          </p:blipFill>
          <p:spPr>
            <a:xfrm>
              <a:off x="1" y="2028756"/>
              <a:ext cx="12192000" cy="2983512"/>
            </a:xfrm>
            <a:prstGeom prst="rect">
              <a:avLst/>
            </a:prstGeom>
          </p:spPr>
        </p:pic>
        <p:grpSp>
          <p:nvGrpSpPr>
            <p:cNvPr id="26" name="Group 25">
              <a:extLst>
                <a:ext uri="{FF2B5EF4-FFF2-40B4-BE49-F238E27FC236}">
                  <a16:creationId xmlns:a16="http://schemas.microsoft.com/office/drawing/2014/main" id="{4BC2C93A-8588-9B10-6353-26EFF37FDE7B}"/>
                </a:ext>
              </a:extLst>
            </p:cNvPr>
            <p:cNvGrpSpPr/>
            <p:nvPr/>
          </p:nvGrpSpPr>
          <p:grpSpPr>
            <a:xfrm>
              <a:off x="1870710" y="4126505"/>
              <a:ext cx="8086090" cy="2235072"/>
              <a:chOff x="1870710" y="4126505"/>
              <a:chExt cx="8086090" cy="2235072"/>
            </a:xfrm>
          </p:grpSpPr>
          <p:grpSp>
            <p:nvGrpSpPr>
              <p:cNvPr id="18" name="Group 17">
                <a:extLst>
                  <a:ext uri="{FF2B5EF4-FFF2-40B4-BE49-F238E27FC236}">
                    <a16:creationId xmlns:a16="http://schemas.microsoft.com/office/drawing/2014/main" id="{1E0A6B88-717C-E53C-BD2F-592F71E20967}"/>
                  </a:ext>
                </a:extLst>
              </p:cNvPr>
              <p:cNvGrpSpPr/>
              <p:nvPr/>
            </p:nvGrpSpPr>
            <p:grpSpPr>
              <a:xfrm>
                <a:off x="1870710" y="4126505"/>
                <a:ext cx="8086090" cy="2235072"/>
                <a:chOff x="1870710" y="4126505"/>
                <a:chExt cx="8111490" cy="2433576"/>
              </a:xfrm>
            </p:grpSpPr>
            <p:sp>
              <p:nvSpPr>
                <p:cNvPr id="13" name="Rectangle 12">
                  <a:extLst>
                    <a:ext uri="{FF2B5EF4-FFF2-40B4-BE49-F238E27FC236}">
                      <a16:creationId xmlns:a16="http://schemas.microsoft.com/office/drawing/2014/main" id="{988627BD-5D90-BD57-0351-0353182AA85B}"/>
                    </a:ext>
                  </a:extLst>
                </p:cNvPr>
                <p:cNvSpPr/>
                <p:nvPr/>
              </p:nvSpPr>
              <p:spPr>
                <a:xfrm>
                  <a:off x="1870710" y="4126505"/>
                  <a:ext cx="5613823" cy="2433576"/>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C1D0A2BF-8531-01FA-D2C1-969C5D31A66B}"/>
                    </a:ext>
                  </a:extLst>
                </p:cNvPr>
                <p:cNvSpPr/>
                <p:nvPr/>
              </p:nvSpPr>
              <p:spPr>
                <a:xfrm>
                  <a:off x="4631267" y="4126505"/>
                  <a:ext cx="5350933" cy="24335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 name="TextBox 16">
                <a:extLst>
                  <a:ext uri="{FF2B5EF4-FFF2-40B4-BE49-F238E27FC236}">
                    <a16:creationId xmlns:a16="http://schemas.microsoft.com/office/drawing/2014/main" id="{1F0D093F-9254-D8FA-B229-F8BE3578CFA5}"/>
                  </a:ext>
                </a:extLst>
              </p:cNvPr>
              <p:cNvSpPr txBox="1"/>
              <p:nvPr/>
            </p:nvSpPr>
            <p:spPr>
              <a:xfrm>
                <a:off x="2133600" y="4351868"/>
                <a:ext cx="2201333" cy="646331"/>
              </a:xfrm>
              <a:prstGeom prst="rect">
                <a:avLst/>
              </a:prstGeom>
              <a:noFill/>
            </p:spPr>
            <p:txBody>
              <a:bodyPr wrap="square" rtlCol="0">
                <a:spAutoFit/>
              </a:bodyPr>
              <a:lstStyle/>
              <a:p>
                <a:r>
                  <a:rPr lang="en-US" b="1" dirty="0">
                    <a:solidFill>
                      <a:schemeClr val="bg1"/>
                    </a:solidFill>
                    <a:latin typeface="Arial" panose="020B0604020202020204" pitchFamily="34" charset="0"/>
                    <a:cs typeface="Arial" panose="020B0604020202020204" pitchFamily="34" charset="0"/>
                  </a:rPr>
                  <a:t>Fundamental </a:t>
                </a:r>
              </a:p>
              <a:p>
                <a:r>
                  <a:rPr lang="en-US" b="1" dirty="0">
                    <a:solidFill>
                      <a:schemeClr val="bg1"/>
                    </a:solidFill>
                    <a:latin typeface="Arial" panose="020B0604020202020204" pitchFamily="34" charset="0"/>
                    <a:cs typeface="Arial" panose="020B0604020202020204" pitchFamily="34" charset="0"/>
                  </a:rPr>
                  <a:t>Principles</a:t>
                </a:r>
                <a:endParaRPr lang="en-GB" b="1" dirty="0">
                  <a:solidFill>
                    <a:schemeClr val="bg1"/>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E6AF9265-53DD-9F1B-B60B-2A3BBD4E3127}"/>
                  </a:ext>
                </a:extLst>
              </p:cNvPr>
              <p:cNvSpPr txBox="1"/>
              <p:nvPr/>
            </p:nvSpPr>
            <p:spPr>
              <a:xfrm>
                <a:off x="4919044" y="4794742"/>
                <a:ext cx="4741333" cy="1384995"/>
              </a:xfrm>
              <a:prstGeom prst="rect">
                <a:avLst/>
              </a:prstGeom>
              <a:noFill/>
            </p:spPr>
            <p:txBody>
              <a:bodyPr wrap="square" rtlCol="0">
                <a:spAutoFit/>
              </a:bodyPr>
              <a:lstStyle/>
              <a:p>
                <a:pPr algn="just"/>
                <a:r>
                  <a:rPr lang="en-GB" sz="1400" dirty="0">
                    <a:latin typeface="Arial" panose="020B0604020202020204" pitchFamily="34" charset="0"/>
                    <a:cs typeface="Arial" panose="020B0604020202020204" pitchFamily="34" charset="0"/>
                  </a:rPr>
                  <a:t>The Fundamental Principles of CRC GSTU are brotherhood, commitment, and trust. These principles guide all activities of the organization and its members, fostering mutual respect, dedication to the organization’s goals, and trust among members </a:t>
                </a:r>
                <a:r>
                  <a:rPr lang="en-GB" sz="1400" dirty="0"/>
                  <a:t>and are written in the </a:t>
                </a:r>
                <a:r>
                  <a:rPr lang="en-GB" sz="1400" b="1" u="sng" dirty="0">
                    <a:solidFill>
                      <a:schemeClr val="accent1"/>
                    </a:solidFill>
                  </a:rPr>
                  <a:t>constitution.</a:t>
                </a:r>
                <a:endParaRPr lang="en-GB" sz="1400" u="sng" dirty="0">
                  <a:solidFill>
                    <a:schemeClr val="accent1"/>
                  </a:solidFill>
                  <a:latin typeface="Arial" panose="020B0604020202020204" pitchFamily="34" charset="0"/>
                  <a:cs typeface="Arial" panose="020B0604020202020204" pitchFamily="34" charset="0"/>
                </a:endParaRPr>
              </a:p>
            </p:txBody>
          </p:sp>
        </p:grpSp>
      </p:grpSp>
      <p:cxnSp>
        <p:nvCxnSpPr>
          <p:cNvPr id="15" name="Straight Connector 14">
            <a:extLst>
              <a:ext uri="{FF2B5EF4-FFF2-40B4-BE49-F238E27FC236}">
                <a16:creationId xmlns:a16="http://schemas.microsoft.com/office/drawing/2014/main" id="{C9155613-9E81-0F54-D9A7-8DA710D5BE3B}"/>
              </a:ext>
            </a:extLst>
          </p:cNvPr>
          <p:cNvCxnSpPr/>
          <p:nvPr/>
        </p:nvCxnSpPr>
        <p:spPr>
          <a:xfrm>
            <a:off x="76200" y="2435721"/>
            <a:ext cx="1203960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17A7832C-69A3-8357-A56F-20847A007CA1}"/>
              </a:ext>
            </a:extLst>
          </p:cNvPr>
          <p:cNvSpPr txBox="1"/>
          <p:nvPr/>
        </p:nvSpPr>
        <p:spPr>
          <a:xfrm>
            <a:off x="1731008" y="2556685"/>
            <a:ext cx="2299125" cy="584775"/>
          </a:xfrm>
          <a:prstGeom prst="rect">
            <a:avLst/>
          </a:prstGeom>
          <a:noFill/>
        </p:spPr>
        <p:txBody>
          <a:bodyPr wrap="square" rtlCol="0">
            <a:spAutoFit/>
          </a:bodyPr>
          <a:lstStyle/>
          <a:p>
            <a:r>
              <a:rPr lang="en-US" sz="1600" b="1" dirty="0"/>
              <a:t>Three Fundamental </a:t>
            </a:r>
          </a:p>
          <a:p>
            <a:r>
              <a:rPr lang="en-US" sz="1600" b="1" dirty="0"/>
              <a:t>Principles</a:t>
            </a:r>
            <a:endParaRPr lang="en-GB" sz="1600" b="1" dirty="0"/>
          </a:p>
        </p:txBody>
      </p:sp>
      <p:cxnSp>
        <p:nvCxnSpPr>
          <p:cNvPr id="3" name="Straight Connector 2">
            <a:extLst>
              <a:ext uri="{FF2B5EF4-FFF2-40B4-BE49-F238E27FC236}">
                <a16:creationId xmlns:a16="http://schemas.microsoft.com/office/drawing/2014/main" id="{D2FE042E-6455-6C4C-868A-5E686730B639}"/>
              </a:ext>
            </a:extLst>
          </p:cNvPr>
          <p:cNvCxnSpPr/>
          <p:nvPr/>
        </p:nvCxnSpPr>
        <p:spPr>
          <a:xfrm>
            <a:off x="76200" y="6508187"/>
            <a:ext cx="1203960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EFDEC4B-AA6F-AD52-45F3-9A67CEC05508}"/>
              </a:ext>
            </a:extLst>
          </p:cNvPr>
          <p:cNvSpPr txBox="1"/>
          <p:nvPr/>
        </p:nvSpPr>
        <p:spPr>
          <a:xfrm>
            <a:off x="4622622" y="2556685"/>
            <a:ext cx="5198534" cy="966098"/>
          </a:xfrm>
          <a:prstGeom prst="rect">
            <a:avLst/>
          </a:prstGeom>
          <a:solidFill>
            <a:schemeClr val="bg1">
              <a:lumMod val="95000"/>
            </a:schemeClr>
          </a:solidFill>
          <a:ln>
            <a:noFill/>
          </a:ln>
        </p:spPr>
        <p:txBody>
          <a:bodyPr wrap="square" rtlCol="0">
            <a:spAutoFit/>
          </a:bodyPr>
          <a:lstStyle/>
          <a:p>
            <a:pPr>
              <a:lnSpc>
                <a:spcPct val="150000"/>
              </a:lnSpc>
              <a:spcAft>
                <a:spcPts val="600"/>
              </a:spcAft>
            </a:pPr>
            <a:r>
              <a:rPr lang="en-US" sz="1200" b="1" dirty="0">
                <a:latin typeface="Arial" panose="020B0604020202020204" pitchFamily="34" charset="0"/>
                <a:cs typeface="Arial" panose="020B0604020202020204" pitchFamily="34" charset="0"/>
              </a:rPr>
              <a:t>Brotherhood</a:t>
            </a:r>
          </a:p>
          <a:p>
            <a:pPr>
              <a:lnSpc>
                <a:spcPct val="150000"/>
              </a:lnSpc>
            </a:pPr>
            <a:r>
              <a:rPr lang="en-GB" sz="1200" dirty="0">
                <a:latin typeface="Arial" panose="020B0604020202020204" pitchFamily="34" charset="0"/>
                <a:cs typeface="Arial" panose="020B0604020202020204" pitchFamily="34" charset="0"/>
              </a:rPr>
              <a:t>We foster mutual love, empathy, and respect among all members, building friendly and family-like relationships within CRC GSTU</a:t>
            </a:r>
            <a:endParaRPr lang="en-US" sz="1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B60778E-B263-C3F8-85F6-AEF7FCAFE881}"/>
              </a:ext>
            </a:extLst>
          </p:cNvPr>
          <p:cNvSpPr txBox="1"/>
          <p:nvPr/>
        </p:nvSpPr>
        <p:spPr>
          <a:xfrm>
            <a:off x="4622622" y="3744296"/>
            <a:ext cx="5198534" cy="1043042"/>
          </a:xfrm>
          <a:prstGeom prst="rect">
            <a:avLst/>
          </a:prstGeom>
          <a:solidFill>
            <a:schemeClr val="bg1">
              <a:lumMod val="95000"/>
            </a:schemeClr>
          </a:solidFill>
          <a:ln>
            <a:noFill/>
          </a:ln>
        </p:spPr>
        <p:txBody>
          <a:bodyPr wrap="square" rtlCol="0">
            <a:spAutoFit/>
          </a:bodyPr>
          <a:lstStyle/>
          <a:p>
            <a:pPr>
              <a:lnSpc>
                <a:spcPct val="150000"/>
              </a:lnSpc>
              <a:spcAft>
                <a:spcPts val="1200"/>
              </a:spcAft>
            </a:pPr>
            <a:r>
              <a:rPr lang="en-US" sz="1200" b="1" dirty="0">
                <a:latin typeface="Arial" panose="020B0604020202020204" pitchFamily="34" charset="0"/>
                <a:cs typeface="Arial" panose="020B0604020202020204" pitchFamily="34" charset="0"/>
              </a:rPr>
              <a:t>Commitment</a:t>
            </a:r>
          </a:p>
          <a:p>
            <a:pPr>
              <a:lnSpc>
                <a:spcPct val="150000"/>
              </a:lnSpc>
            </a:pPr>
            <a:r>
              <a:rPr lang="en-GB" sz="1200" dirty="0">
                <a:latin typeface="Arial" panose="020B0604020202020204" pitchFamily="34" charset="0"/>
                <a:cs typeface="Arial" panose="020B0604020202020204" pitchFamily="34" charset="0"/>
              </a:rPr>
              <a:t>We remain sincere and dedicated to the mission, goals, and responsibilities of CRC GSTU, serving with genuine commitment. </a:t>
            </a:r>
            <a:endParaRPr lang="en-US" sz="1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E9B8BD3-FED5-E50C-05EB-8D76F6DB8D23}"/>
              </a:ext>
            </a:extLst>
          </p:cNvPr>
          <p:cNvSpPr txBox="1"/>
          <p:nvPr/>
        </p:nvSpPr>
        <p:spPr>
          <a:xfrm>
            <a:off x="4622622" y="5131789"/>
            <a:ext cx="5198534" cy="1048877"/>
          </a:xfrm>
          <a:prstGeom prst="rect">
            <a:avLst/>
          </a:prstGeom>
          <a:solidFill>
            <a:schemeClr val="bg1">
              <a:lumMod val="95000"/>
            </a:schemeClr>
          </a:solidFill>
          <a:ln>
            <a:noFill/>
          </a:ln>
        </p:spPr>
        <p:txBody>
          <a:bodyPr wrap="square" rtlCol="0">
            <a:spAutoFit/>
          </a:bodyPr>
          <a:lstStyle/>
          <a:p>
            <a:pPr>
              <a:lnSpc>
                <a:spcPct val="150000"/>
              </a:lnSpc>
              <a:spcAft>
                <a:spcPts val="1200"/>
              </a:spcAft>
            </a:pPr>
            <a:r>
              <a:rPr lang="en-US" sz="1200" b="1" dirty="0">
                <a:latin typeface="Arial" panose="020B0604020202020204" pitchFamily="34" charset="0"/>
                <a:cs typeface="Arial" panose="020B0604020202020204" pitchFamily="34" charset="0"/>
              </a:rPr>
              <a:t>Trust</a:t>
            </a:r>
          </a:p>
          <a:p>
            <a:pPr>
              <a:lnSpc>
                <a:spcPct val="150000"/>
              </a:lnSpc>
            </a:pPr>
            <a:r>
              <a:rPr lang="en-GB" sz="1200" dirty="0"/>
              <a:t>We build an environment of mutual trust and confidence, while respecting and protecting the confidentiality of our members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0645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TotalTime>
  <Words>342</Words>
  <Application>Microsoft Office PowerPoint</Application>
  <PresentationFormat>Widescreen</PresentationFormat>
  <Paragraphs>64</Paragraphs>
  <Slides>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Book Antiqua</vt:lpstr>
      <vt:lpstr>Manrope</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Farhad Hossain</dc:creator>
  <cp:lastModifiedBy>Md Farhad Hossain</cp:lastModifiedBy>
  <cp:revision>1</cp:revision>
  <dcterms:created xsi:type="dcterms:W3CDTF">2026-08-22T19:18:59Z</dcterms:created>
  <dcterms:modified xsi:type="dcterms:W3CDTF">2026-08-23T13:29:20Z</dcterms:modified>
</cp:coreProperties>
</file>